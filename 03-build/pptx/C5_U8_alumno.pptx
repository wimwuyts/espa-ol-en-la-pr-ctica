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6.xml"/><Relationship Id="rId8" Type="http://schemas.openxmlformats.org/officeDocument/2006/relationships/slide" Target="slide18.xml"/><Relationship Id="rId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44092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8 · PERÚ · CUSCO · MACHU PICCHU 🇵🇪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¿Qué has hecho?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E4F4EE"/>
                </a:solidFill>
                <a:latin typeface="Inter"/>
              </a:rPr>
              <a:t>Viajes y experiencias recientes: el perfecto compuesto, los participios y el tiempo — en los Andes, con Nina.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has hecho este año?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heb je dit jaar gedaan?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anfitriona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die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7" name="Picture 16" descr="val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«Mis vacaciones»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He hecho…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perfecto compuesto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Participios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-ado/-ido + irregular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Marcadores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ya · todavía no · nunca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¿Qué tiempo hace?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 sol · llueve · nieva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4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diario de Nina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Cultura · Machu Picchu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Andes y el clima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Tarea · Mis vacaciones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reisverslag (vlog/tekst)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Viajes, transporte y el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de reis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viaje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reis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maleta · el billete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las vacaciones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vakantie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hotel · la playa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avión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vliegtuig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tren · el barco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montaña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berg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mar · la excursión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hace sol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is zonnig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hace calor · hace frío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llueve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regent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nieva · está nublado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llama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lama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Machu Picchu 🇵🇪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pasaporte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paspoort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foto · el recuerdo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Marcadores: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hoy · esta semana · este año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ya ↔ todavía no · alguna vez · nunca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«Het is warm (weer)» =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hace calor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«es caliente»).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Drie manieren voor het weer: hace (sol/frío) · un verbo (llueve/nieva) · está (nublado).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Pretérito perfecto compuesto — haber + participio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de functie. haber (he/has/ha…) + participio.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he </a:t>
            </a:r>
            <a:r>
              <a:rPr sz="2400" b="1" i="0">
                <a:solidFill>
                  <a:srgbClr val="1E9E74"/>
                </a:solidFill>
                <a:latin typeface="Bricolage Grotesque"/>
              </a:rPr>
              <a:t>visto </a:t>
            </a:r>
            <a:r>
              <a:rPr sz="2400" b="1" i="0">
                <a:solidFill>
                  <a:srgbClr val="14B8A6"/>
                </a:solidFill>
                <a:latin typeface="Bricolage Grotesque"/>
              </a:rPr>
              <a:t>Machu Picchu </a:t>
            </a:r>
            <a:r>
              <a:rPr sz="2400" b="1" i="0">
                <a:solidFill>
                  <a:srgbClr val="7C3AED"/>
                </a:solidFill>
                <a:latin typeface="Bricolage Grotesque"/>
              </a:rPr>
              <a:t>hoy.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auxiliar «haber» — ¿qué forma?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yo → 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he viajado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tú → 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has comido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él/ella →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19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 subido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nosotros → hemos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199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hemos ido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vosotros → habéis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199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habéis hecho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ellos → han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han vuelto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haber (he, has, ha, hemos, habéis, han) + participio. Auxiliar = haber, niet tener. De participio blijft gelijk (ha comidO).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Completa: haber + participio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 Let op de onregelmatige participios.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(Yo) ___ a Machu Picchu (subir)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he subido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¿(Tú) ___ las llamas? (ver)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has visto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(Nosotros) ___ fotos (sacar)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hemos sacado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Nina ___ una postal (escribir)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 escrito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(Ellos) ___ en tren (viajar)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han viajado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¿(Vosotros) ___ la maleta? (hacer)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habéis hecho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Onregelmatige participios hier: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ver → visto · escribir → escrito · hacer → hecho.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De rest is regelmatig: subir → subido · sacar → sacado · viajar → viajado.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participios — la máquina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de participio verschijnt. -ar → -ado · -er/-ir → -ido · irregulares.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-ar → -ado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· -er/-ir → -ido </a:t>
            </a:r>
            <a:r>
              <a:rPr sz="1400" b="1" i="0">
                <a:solidFill>
                  <a:srgbClr val="DC2626"/>
                </a:solidFill>
                <a:latin typeface="Inter"/>
              </a:rPr>
              <a:t>· irregulares (memorizar)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viajar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1401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→ viajado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1401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→ comido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0312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vivir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1401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→ vivido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6557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hecho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06324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1546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6557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visto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1546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escribir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46557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escrito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volver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1713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vuelto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11480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20624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poner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51713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puesto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11480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20624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abrir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51713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abierto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949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Los 8 irregulares: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hecho, visto, dicho, escrito, vuelto, puesto, abierto, roto.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Truco: muchos acaban en -to o -cho.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2669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 ·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Marcadores — ya / todavía no / nunca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periode of ervaring. Ze kondigen het perfecto compuesto aan.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📅 Periodo abierto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hoy · esta semana · este año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✅ 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ya he hecho la maleta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⏳ todavía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todavía no he comido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🌍 Experiencia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¿Has viajado alguna vez?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🚫 nunca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Nunca he estado en Perú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🔁 muchas veces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Lo he visto muchas veces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ya (klaar ✅) ↔ todavía no (nog niet ⏳).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nunca + he… = «ik heb nooit…».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Deze marcadores + perfecto compuesto: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hoy · esta semana · este año · ya · todavía no · alguna vez · nunca · muchas veces.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¿Participio regular o irregular?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werkwoord → de participio + het type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viajar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viajado · regular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78024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hecho · irregular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55848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comido · regular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visto · irregular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escribir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78024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escrito · irregular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subir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55848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subido · regular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Regular = -ado (-ar) / -ido (-er,-ir).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Irregular = hecho, visto, dicho, escrito, vuelto, puesto, abierto, roto.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diario de viaje de Nina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«Lunes: he llegado a Cusco en avión. Hace frío y está nublado. He visto la Plaza de Armas. Martes: he cogido el tren y he subido a Machu Picchu. Ha hecho sol. He visto las llamas y he escrito una postal.»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ha viajado a Cusco?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avión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tiempo hace en Cusco?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Hace frío y está nublado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ha ido a Machu Picchu?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tren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 visto en Machu Picchu?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Las llamas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volg wat Nina wél/niet gedaan heeft + het weer. Scannen, niet élk woord.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han hecho este verano?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personas cuentan. Klik un nombre → wat ze gedaan hebben.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Nina 🇵🇪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subido a Machu Picchu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Diego 🇲🇽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comido en un mercado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Lucía 🇪🇸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ido a la playa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Valen 🇨🇴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viajado en barco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«Este verano he subido a Machu Picchu y he sacado muchas fotos.»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vertelt zelf wat hij/zij gedaan heeft.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¿ya o todavía 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taak → ya (✅) of todavía no (⏳). De checklist van Nina.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hecho la maleta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reservado el hotel 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todavía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comprado el billete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llamado al hotel 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todavía 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he puesto el abrigo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subido a la montaña 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todavía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ya = al (klaar) · todavía no = nog niet. ¿Ya has comido? → No, todavía 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ya (✅ klaar) staat vóór het perfecto; todavía no (⏳) ook.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¿Alguna vez has…? = «Heb je ooit…?».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¡Cuenta tu viaje!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Vertel wat je gedaan hebt.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¿Adónde?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He ido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¿Cómo?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He viajado en…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tiempo?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Ha hecho…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has visto?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He visto…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¿Con quién?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con…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¿Te ha gustado?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Me ha encantado.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 viaje.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577486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cuenta tu viaje»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«He ido a Perú. He viajado en avión. Ha hecho frío en la sierra. He visto Machu Picchu. Me ha encantado.»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diario de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één dagboekdag.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tu diario: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4× perfecto compuesto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he + participio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95728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1 marcador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hoy · ya · nunca…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779776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el transporte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he viajado 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63824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el tiempo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ha hecho…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47872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conectores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primero · luego · al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una foto/dibujo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con onderschrift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«Hoy he llegado a Cusco en avión. Ha hecho frío. Primero he visto la plaza, luego he comido. Todavía no he subido a la montaña.»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 · CLIMA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transporte y el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avión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vliegtuig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tren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trein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barco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boot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bicicleta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fiets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hace sol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is zonnig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hace frío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is koud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llueve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regent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nieva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sneeuwt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está nublado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bewolkt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tormenta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storm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paraguas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paraplu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nieve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sneeuw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perfecto compuesto: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 viajado en tren · ha hecho sol · me he puesto el abrigo (hace frío).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Drie manieren voor het weer: hace (sol/frío) · un verbo (llueve/nieva) · está (nublado).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tilde diacrítica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Zelfde letters, ander streepje = andere betekenis.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tilde diacrítica: mismo sonido, tilde ≠ significado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¿(Tú/Tu) ___ has viajado?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8308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Tú (persoon)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Este es (él/el) ___ tren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4144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el (lidwoord)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¿(Qué/Que) ___ has visto?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9981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Qué (vraag)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—¿Has comido? —(Sí/Si) 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5818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Sí (ja)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conectores del relato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cogido el tren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783080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Primero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subido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441448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Luego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sacado fotos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099816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Después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vuelto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758184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Al final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streepje zit op het woord met de «sterkste» betekenis: persoon (tú, él), vraag (qué), ja (sí), meer (más).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primero → luego/después → al final (voor je reisverslag).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Machu Picchu y el clima andino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Perú: tres climas en un país.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🏔️ Machu Picchu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ciudad inca, a 2430 m. Se llega en tren desde Cusco y luego a pie. Una de las siete maravillas del mundo.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símbolo de Perú.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🦙 Los Andes y las llamas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sierra es alta y fría. Allí viven las llamas y las alpacas. En Cusco (3400 m) hace frío por la noche.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Cusco = capital inca.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🌦️ Los tres climas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Costa (sol, seco), sierra (frío, nieva) y selva (calor, llueve). ¡Tres climas en un día! Nina lleva abrigo y paraguas.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No comas a las 18:00… lleva paraguas.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het weer waar jij woont in verschillende seizoenen (¿qué tiempo hace en verano/invierno?).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tiempo hace?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sol (het is zonnig)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hace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nublado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(het regent)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llueve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frío en Cusco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hace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(het sneeuwt) en los Andes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nieva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a 20 grados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estamos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Drie manieren: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hace + sol/frío/calor · un verbo (llueve/nieva) · está nublado / hay tormenta. Temperatuur: estamos a … grados.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🎒 Tarea final · Mis vacaciones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Escribe (of graba en vlog) el diario de tus vacaciones con el perfecto compuesto.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un destino y el momento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echt of verzonnen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la ficha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21408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transporte · tiempo · 3 cosas que has hecho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diario (mín. 5 frases)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88336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perfecto compuesto + marcadores + el tiempo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Graba un vlog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55264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of doe het in pareja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Añade una foto/dibujo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822192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con onderschrift («He visto…»)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5× perfecto compuesto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participios correctos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el tiempo + transporte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marcadores/conectores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(de reiziger) · ontvanger je familie/vrienden · doel je reis navertellen · situatie terug van vakantie · resultaat: reisverslag (of vlog) met perfecto compuesto.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haber, 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haber, nosotros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 de 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 de 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visto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marcador «nog niet»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todavía 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¿qué ___ hecho? (tú)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weer: ___ sol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 de escribir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escrito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haber · participios (reg/irreg) · marcadores · el tiempo.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(18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Perfecto compuesto: haber (he, has, ha, hemos, habéis, han) + participio: «He viajado. ¿Has visto?».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Participios: -ar → -ado · -er/-ir → -ido. Irregular: hecho, visto, dicho, escrito, vuelto, puesto, abierto, roto.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Marcadores: hoy · esta semana · este año (periode) · ya ↔ todavía no · alguna vez · nunca · muchas veces (ervaring).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El tiempo: hace sol/calor/frío/viento · llueve · nieva · está nublado · estamos a … grados.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haber ≠ tener (has hecho) · participio blijft gelijk (ha comidO) · tilde diacrítica (tú/tu · qué/que).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contar qué has hecho (perfecto)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participios (reg + irreg)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marcadores (ya/todavía no/nunca)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hablar del tiempo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viajes/transporte benoemen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