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6" r:id="rId27"/>
    <p:sldId id="277" r:id="rId28"/>
    <p:sldId id="278" r:id="rId29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2 · Nunca he… — 🔓 puzzel &amp; escape</a:t>
            </a:r>
          </a:p>
          <a:p>
            <a:r>
              <a:t>OPDRACHT: Zeg iets wat jij nooit gedaan hebt maar waarvan je denkt dat anderen het wél deden.</a:t>
            </a:r>
          </a:p>
          <a:p>
            <a:r>
              <a:t>DE REGEL: Elke bewering begint met «Nunca he» plus een participium — en je moet zelf verliezen als je liegt. Wie een zin zonder perfecto zegt, verliest ook een vinger.</a:t>
            </a:r>
          </a:p>
          <a:p>
            <a:r>
              <a:t>VERLOOP: Todos con cinco dedos arriba. | Por turnos: «Nunca he …». | Quien sí lo ha hecho, baja un dedo y lo cuenta en una frase. | Gana quien queda con dedos. Y la clase apunta los participios nuevos.</a:t>
            </a:r>
          </a:p>
          <a:p>
            <a:r>
              <a:t>SLEUTEL: De negen aanzetten dekken samen zeven onregelmatige participia (visto, roto, dicho, escrito, vuelto, hecho, puesto). Het spel is dus een verkapte drill.  ||  «Yo sí: he …» is verplicht bij het zakken van een vinger — anders wordt het een spel zonder taal. Dat is de belangrijkste spelregel om te bewaken.  ||  Houd de beweringen onschuldig: dit is een klasspel, geen biecht. De lijst «seguras» geeft veilige voorbeelden voor wie niets bedenkt.</a:t>
            </a:r>
          </a:p>
          <a:p>
            <a:r>
              <a:t>NOTA: Speel twee rondes: in de tweede mag niemand een werkwoord herhalen dat al gevallen is. Daar begint de echte woordenschat.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6 · La entrevista al guía — 🎭 simulatie met beperking</a:t>
            </a:r>
          </a:p>
          <a:p>
            <a:r>
              <a:t>OPDRACHT: Bereid vijf perfecto-vragen voor, luister en vat samen wat er veranderd is.</a:t>
            </a:r>
          </a:p>
          <a:p>
            <a:r>
              <a:t>DE REGEL: Alle vijf de vragen staan in het perfecto compuesto en mogen niet met ja of nee te beantwoorden zijn. Een vraag die «sí» oplevert, telt niet mee.</a:t>
            </a:r>
          </a:p>
          <a:p>
            <a:r>
              <a:t>VERLOOP: En grupo: escribid cinco preguntas en perfecto. | Comprobad: ninguna se contesta con sí o no. | Escuchad la entrevista y anotad las respuestas. | Resumid en tres frases qué ha cambiado en treinta años.</a:t>
            </a:r>
          </a:p>
          <a:p>
            <a:r>
              <a:t>SLEUTEL: De vier «cerradas» in de data zijn expres gesloten vragen: ze staan correct in het perfecto en leveren toch niets op. Laat de klas ze eerst herformuleren.  ||  «¿Cuántas veces ha subido usted?» is de brug tussen §2 en §3: perfecto plus telbaarheid.  ||  De samenvatting moet de tweeslag bevatten: er is iets beter geworden (lokale gidsen, betere lonen) én iets slechter (afval, drukte). Wie maar één kant noemt, heeft het interview half gehoord.</a:t>
            </a:r>
          </a:p>
          <a:p>
            <a:r>
              <a:t>NOTA: Rosa Quispe is een samengesteld personage op basis van hoe het Camino Inca geregeld is; geen echte persoon.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7 · El clima que decide — ⚖️ onderhandeling &amp; dilemma</a:t>
            </a:r>
          </a:p>
          <a:p>
            <a:r>
              <a:t>OPDRACHT: Beslis samen op welke dag jullie vertrekken en verdedig het met het weer.</a:t>
            </a:r>
          </a:p>
          <a:p>
            <a:r>
              <a:t>DE REGEL: Elke stem wordt verantwoord met een weerdetail én een gevolg («si llueve, el camino…»). Een stem zonder weerreden telt niet mee.</a:t>
            </a:r>
          </a:p>
          <a:p>
            <a:r>
              <a:t>VERLOOP: Leed los tres pronósticos. | Cada uno defiende un día. Con el tiempo, no con el gusto. | Negociad hasta que haya mayoría. | Escribid la decisión en una frase, con la razón.</a:t>
            </a:r>
          </a:p>
          <a:p>
            <a:r>
              <a:t>SLEUTEL: Er is geen juiste dag: donderdag is mooi maar gevaarlijk na drieën, vrijdag is veilig maar koud, zaterdag is perfect én overvol. Elk antwoord is verdedigbaar.  ||  De sterkste argumenten koppelen weer aan gevolg: niet «llueve» maar «si llueve, el camino de piedra resbala». Dat is precies de conditionele zin met si + presente, die in C5 wél mag.  ||  Toets de verantwoording, niet de keuze. Een groep die unaniem zaterdag kiest zonder de drukte te noemen, heeft de tabel niet gelezen.</a:t>
            </a:r>
          </a:p>
          <a:p>
            <a:r>
              <a:t>NOTA: Werkt ook als stemming met de voeten: drie hoeken in het lokaal, en verhuizen mag alleen ná een argument in het Spaans.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440923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8 · PERÚ · CUSCO · MACHU PICCHU 🇵🇪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¿Qué has hecho?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E4F4EE"/>
                </a:solidFill>
                <a:latin typeface="Inter"/>
              </a:rPr>
              <a:t>Viajes y experiencias recientes: el perfecto compuesto, los participios y el tiempo — en los Andes, con Nina.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has hecho este año?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heb je dit jaar gedaan?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anfitriona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die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7" name="Picture 16" descr="val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«Mis vacaciones»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He hecho…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perfecto compuesto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Participios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-ado/-ido + irregular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Marcadores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ya · todavía no · nunca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¿Qué tiempo hace?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 sol · llueve · nieva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diario de Nina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 · Machu Picchu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Andes y el clima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Mis vacaciones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reisverslag (vlog/tekst)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Viajes, transporte y el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de reis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viaje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reis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maleta · el billete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las vacaciones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vakantie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hotel · la playa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avión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vliegtuig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tren · el barco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montaña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berg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excursión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hace sol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is zonnig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 calor · hace frío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llueve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regent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nieva · está nublado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llama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lama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Machu Picchu 🇵🇪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pasaporte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paspoort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foto · el recuerdo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Marcadores: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hoy · esta semana · este año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ya ↔ todavía no · alguna vez · nunca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«Het is warm (weer)» =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hace calor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«es caliente»).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Drie manieren voor het weer: hace (sol/frío) · un verbo (llueve/nieva) · está (nublado).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Pretérito perfecto compuesto — haber + participio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de functie. haber (he/has/ha…) + participio.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he </a:t>
            </a:r>
            <a:r>
              <a:rPr sz="2400" b="1" i="0">
                <a:solidFill>
                  <a:srgbClr val="1E9E74"/>
                </a:solidFill>
                <a:latin typeface="Bricolage Grotesque"/>
              </a:rPr>
              <a:t>visto </a:t>
            </a:r>
            <a:r>
              <a:rPr sz="2400" b="1" i="0">
                <a:solidFill>
                  <a:srgbClr val="14B8A6"/>
                </a:solidFill>
                <a:latin typeface="Bricolage Grotesque"/>
              </a:rPr>
              <a:t>Machu Picchu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hoy.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auxiliar «haber» — ¿qué forma?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yo → 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he viajado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tú → has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19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has comido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él/ella →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19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 subido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nosotros → hemos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199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hemos ido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vosotros → habéis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199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habéis hecho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ellos → han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199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han vuelto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haber (he, has, ha, hemos, habéis, han) + participio. Auxiliar = haber, niet tener. De participio blijft gelijk (ha comidO).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Completa: haber + participio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Let op de onregelmatige participios.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a Machu Picchu (subir)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he subido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¿(Tú) ___ las llamas? (ver)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has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(Nosotros) ___ fotos (sacar)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hemos sacado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Nina ___ una postal (escribir)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 escrito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(Ellos) ___ en tren (viajar)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han viajado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¿(Vosotros) ___ la maleta? (hacer)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habéis hecho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Onregelmatige participios hier: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ver → visto · escribir → escrito · hacer → hecho.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 rest is regelmatig: subir → subido · sacar → sacado · viajar → viajado.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participios — la máquina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participio verschijnt. -ar → -ado · -er/-ir → -ido · irregulares.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-ar → -ado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· -er/-ir → -ido </a:t>
            </a:r>
            <a:r>
              <a:rPr sz="1400" b="1" i="0">
                <a:solidFill>
                  <a:srgbClr val="DC2626"/>
                </a:solidFill>
                <a:latin typeface="Inter"/>
              </a:rPr>
              <a:t>· irregulares (memorizar)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viajar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viajado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comido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vivir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vivido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hecho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visto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escribir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escrito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volver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vuelto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poner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puesto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abrir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abierto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949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Los 8 irregulares: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hecho, visto, dicho, escrito, vuelto, puesto, abierto, roto.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Truco: muchos acaban en -to o -cho.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2669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· 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Marcadores — ya / todavía no / nunca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periode of ervaring. Ze kondigen het perfecto compuesto aan.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📅 Periodo abierto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hoy · esta semana · este año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✅ 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ya he hecho la maleta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⏳ todavía 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todavía no he comido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🌍 Experiencia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¿Has viajado alguna vez?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🚫 nunca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Nunca he estado en Perú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🔁 muchas veces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Lo he visto muchas veces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ya (klaar ✅) ↔ todavía no (nog niet ⏳).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nunca + he… = «ik heb nooit…».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Deze marcadores + perfecto compuesto: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hoy · esta semana · este año · ya · todavía no · alguna vez · nunca · muchas veces.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¿Participio regular o irregular?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werkwoord → de participio + het type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viajar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00200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viajado · regular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478024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hecho · irregular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355848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comido · regular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600200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visto · irregular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escribir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478024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escrito · irregular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subir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355848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subido · regular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Regular = -ado (-ar) / -ido (-er,-ir).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Irregular = hecho, visto, dicho, escrito, vuelto, puesto, abierto, roto.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diario de viaje de Nina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«Lunes: he llegado a Cusco en avión. Hace frío y está nublado. He visto la Plaza de Armas. Martes: he cogido el tren y he subido a Machu Picchu. Ha hecho sol. He visto las llamas y he escrito una postal.»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ha viajado a Cusco?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avión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tiempo hace en Cusco?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Hace frío y está nublado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ha ido a Machu Picchu?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tren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 visto en Machu Picchu?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Las llamas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volg wat Nina wél/niet gedaan heeft + het weer. Scannen, niet élk woord.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han hecho este verano?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personas cuentan. Klik un nombre → wat ze gedaan hebben.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Nina 🇵🇪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subido a Machu Picchu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Diego 🇲🇽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comido en un mercado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Lucía 🇪🇸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ido a la playa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Valen 🇨🇴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viajado en barco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«Este verano he subido a Machu Picchu y he sacado muchas fotos.»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vertelt zelf wat hij/zij gedaan heeft.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¿ya o todavía 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taak → ya (✅) of todavía no (⏳). De checklist van Nina.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hecho la maleta 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reservado el hotel 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comprado el billete 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llamado al hotel 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he puesto el abrigo 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subido a la montaña 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ya = al (klaar) · todavía no = nog niet. ¿Ya has comido? → No, todavía no.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ya (✅ klaar) staat vóór het perfecto; todavía no (⏳) ook.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¿Alguna vez has…? = «Heb je ooit…?».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¡Cuenta tu viaje!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Vertel wat je gedaan hebt.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¿Adónde?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ido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¿Cómo?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viajado en…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tiempo?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Ha hecho…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visto?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visto…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¿Con quién?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con…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¿Te ha gustado?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ha encantado.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viaje.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57748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cuenta tu viaje»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«He ido a Perú. He viajado en avión. Ha hecho frío en la sierra. He visto Machu Picchu. Me ha encantado.»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diario de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één dagboekdag.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diario: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4× perfecto compuesto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he + participio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95728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1 marcador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hoy · ya · nunca…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779776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el transporte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he viajado 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163824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el tiempo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ha hecho…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547872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conectores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primero · luego · al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9319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una foto/dibujo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con onderschrift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«Hoy he llegado a Cusco en avión. Ha hecho frío. Primero he visto la plaza, luego he comido. Todavía no he subido a la montaña.»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 · CLIMA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transporte y el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avión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vliegtuig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trein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barco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boot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bicicleta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fiets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hace sol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is zonnig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hace frío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is koud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llueve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regent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nieva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sneeuwt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está nublado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bewolkt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tormenta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storm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paraguas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paraplu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nieve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sneeuw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perfecto compuesto: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 viajado en tren · ha hecho sol · me he puesto el abrigo (hace frío).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Drie manieren voor het weer: hace (sol/frío) · un verbo (llueve/nieva) · está (nublado).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tilde diacrítica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Zelfde letters, ander streepje = andere betekenis.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tilde diacrítica: mismo sonido, tilde ≠ significado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¿(Tú/Tu) ___ has viajado?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Tú (persoon)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 es (él/el) ___ tren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el (lidwoord)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¿(Qué/Que) ___ has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Qué (vraag)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—¿Has comido? —(Sí/Si) ___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Sí (ja)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 del relato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cogido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Primero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subido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Luego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sacado fotos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vuelto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Al final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streepje zit op het woord met de «sterkste» betekenis: persoon (tú, él), vraag (qué), ja (sí), meer (más).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luego/después → al final (voor je reisverslag).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Machu Picchu y el clima andino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Perú: tres climas en un país.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🏔️ Machu Picchu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ciudad inca, a 2430 m. Se llega en tren desde Cusco y luego a pie. Una de las siete maravillas del mundo.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símbolo de Perú.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🦙 Los Andes y las llamas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sierra es alta y fría. Allí viven las llamas y las alpacas. En Cusco (3400 m) hace frío por la noche.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Cusco = capital inca.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🌦️ Los tres climas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Costa (sol, seco), sierra (frío, nieva) y selva (calor, llueve). ¡Tres climas en un día! Nina lleva abrigo y paraguas.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No comas a las 18:00… lleva paraguas.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het weer waar jij woont in verschillende seizoenen (¿qué tiempo hace en verano/invierno?).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tiempo hace?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sol (het is zonnig)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nublado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(het regent)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llueve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frío en Cusco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(het sneeuwt) en los Andes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nieva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a 20 grados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estamos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Drie manieren: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hace + sol/frío/calor · un verbo (llueve/nieva) · está nublado / hay tormenta. Temperatuur: estamos a … grados.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🎒 Tarea final · Mis vacaciones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Escribe (of graba en vlog) el diario de tus vacaciones con el perfecto compuesto.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destino y el momento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echt of verzonnen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ficha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21408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transporte · tiempo · 3 cosas que has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diario (mín. 5 frases)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88336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perfecto compuesto + marcadores + el tiempo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Graba un vlog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255264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doe het in pareja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Añade una foto/dibujo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822192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 onderschrift («He visto…»)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5× perfecto compuesto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participios correctos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el tiempo + transporte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marcadores/conectores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reiziger) · ontvanger je familie/vrienden · doel je reis navertellen · situatie terug van vakantie · resultaat: reisverslag (of vlog) met perfecto compuesto.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haber, 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haber, nosotros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hacer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visto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marcador «nog niet»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todavía 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¿qué ___ hecho? (tú)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weer: ___ sol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escribir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escrito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haber · participios (reg/irreg) · marcadores · el tiempo.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(18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Perfecto compuesto: haber (he, has, ha, hemos, habéis, han) + participio: «He viajado. ¿Has visto?».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Participios: -ar → -ado · -er/-ir → -ido. Irregular: hecho, visto, dicho, escrito, vuelto, puesto, abierto, roto.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hoy · esta semana · este año (periode) · ya ↔ todavía no · alguna vez · nunca · muchas veces (ervaring).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tiempo: hace sol/calor/frío/viento · llueve · nieva · está nublado · estamos a … grados.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haber ≠ tener (has hecho) · participio blijft gelijk (ha comidO) · tilde diacrítica (tú/tu · qué/que).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contar qué has hecho (perfecto)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participios (reg + irreg)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marcadores (ya/todavía no/nunca)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hablar del tiempo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viajes/transporte benoemen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2 · PUZZEL &amp; ESCAPE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Nunca he…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★★☆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Cinco dedos arriba. Cada vez que tú sí lo has hecho, baja uno.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Vijf vingers in de lucht. Elke keer dat jij het wél gedaan hebt, gaat er één omlaag.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Elke bewering begint met «Nunca he» plus een participium — en je moet zelf verliezen als je liegt. Wie een zin zonder perfecto zegt, verliest ook een vinger.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Empieza así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he montado … · Nunca he comido … · Nunca he visto …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Empieza así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he roto … · Nunca he dicho … · Nunca he perdido …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Empieza así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he escrito … · Nunca he vuelto a … · Nunca he hecho …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segura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he montado en camello.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segura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he comido insectos.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segura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he visto el mar en invierno.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segura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he roto un hueso.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segura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he dormido en una tienda.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segura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he cantado en público.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segura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he hecho un pastel yo solo/a.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sí: he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tampoco.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¿En serio? ¿Cuándo?</a:t>
            </a:r>
          </a:p>
        </p:txBody>
      </p:sp>
      <p:sp>
        <p:nvSpPr>
          <p:cNvPr id="3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también, pero solo una vez.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6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entrevista al guía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Treinta años subiendo la misma montaña. ¿Qué ha cambiado?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Dertig jaar dezelfde berg op. Wat is er veranderd?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Alle vijf de vragen staan in het perfecto compuesto en mogen niet met ja of nee te beantwoorden zijn. Een vraag die «sí» oplevert, telt niet mee.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nombre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Rosa Quispe, guía en el Camino Inca desde 1994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antes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grupos de seis personas, sin permiso, sin límite de días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ahora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grupos de dieciséis, permiso con meses de antelación, cupo diario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lo mejor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que ahora los guías son de la zona y cobran mejor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lo peor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que hay basura donde antes no había nadie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ha cambiado más en estos años?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ha desaparecido del camino?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ha mejorado para la gente de aquí?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¿Cuántas veces ha subido usted?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le ha sorprendido de los turistas?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cerrada ✗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¿Le gusta su trabajo?</a:t>
            </a:r>
          </a:p>
        </p:txBody>
      </p:sp>
      <p:sp>
        <p:nvSpPr>
          <p:cNvPr id="33" name="Onthul 10"/>
          <p:cNvSpPr/>
          <p:nvPr/>
        </p:nvSpPr>
        <p:spPr>
          <a:xfrm>
            <a:off x="6259068" y="5328666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10"/>
          <p:cNvSpPr txBox="1"/>
          <p:nvPr/>
        </p:nvSpPr>
        <p:spPr>
          <a:xfrm>
            <a:off x="6277356" y="5328666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reformúlala: ¿qué? ¿cuánto?</a:t>
            </a:r>
          </a:p>
        </p:txBody>
      </p:sp>
      <p:sp>
        <p:nvSpPr>
          <p:cNvPr id="35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1"/>
          <p:cNvSpPr txBox="1"/>
          <p:nvPr/>
        </p:nvSpPr>
        <p:spPr>
          <a:xfrm>
            <a:off x="9114282" y="4777740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cerrada ✗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¿Ha subido muchas veces?</a:t>
            </a:r>
          </a:p>
        </p:txBody>
      </p:sp>
      <p:sp>
        <p:nvSpPr>
          <p:cNvPr id="37" name="Onthul 11"/>
          <p:cNvSpPr/>
          <p:nvPr/>
        </p:nvSpPr>
        <p:spPr>
          <a:xfrm>
            <a:off x="9114282" y="5328666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11"/>
          <p:cNvSpPr txBox="1"/>
          <p:nvPr/>
        </p:nvSpPr>
        <p:spPr>
          <a:xfrm>
            <a:off x="9132570" y="5328666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reformúlala: ¿qué? ¿cuánto?</a:t>
            </a:r>
          </a:p>
        </p:txBody>
      </p:sp>
      <p:sp>
        <p:nvSpPr>
          <p:cNvPr id="39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2"/>
          <p:cNvSpPr txBox="1"/>
          <p:nvPr/>
        </p:nvSpPr>
        <p:spPr>
          <a:xfrm>
            <a:off x="548640" y="5804154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cerrada ✗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¿Es difícil?</a:t>
            </a:r>
          </a:p>
        </p:txBody>
      </p:sp>
      <p:sp>
        <p:nvSpPr>
          <p:cNvPr id="41" name="Onthul 12"/>
          <p:cNvSpPr/>
          <p:nvPr/>
        </p:nvSpPr>
        <p:spPr>
          <a:xfrm>
            <a:off x="548640" y="635508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nthulTxt 12"/>
          <p:cNvSpPr txBox="1"/>
          <p:nvPr/>
        </p:nvSpPr>
        <p:spPr>
          <a:xfrm>
            <a:off x="566928" y="635508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reformúlala: ¿qué? ¿cuánto?</a:t>
            </a:r>
          </a:p>
        </p:txBody>
      </p:sp>
      <p:sp>
        <p:nvSpPr>
          <p:cNvPr id="43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arjetaTxt 13"/>
          <p:cNvSpPr txBox="1"/>
          <p:nvPr/>
        </p:nvSpPr>
        <p:spPr>
          <a:xfrm>
            <a:off x="3403854" y="5804154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cerrada ✗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¿Ha visto turistas?</a:t>
            </a:r>
          </a:p>
        </p:txBody>
      </p:sp>
      <p:sp>
        <p:nvSpPr>
          <p:cNvPr id="45" name="Onthul 13"/>
          <p:cNvSpPr/>
          <p:nvPr/>
        </p:nvSpPr>
        <p:spPr>
          <a:xfrm>
            <a:off x="3403854" y="635508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nthulTxt 13"/>
          <p:cNvSpPr txBox="1"/>
          <p:nvPr/>
        </p:nvSpPr>
        <p:spPr>
          <a:xfrm>
            <a:off x="3422142" y="635508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reformúlala: ¿qué? ¿cuánto?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7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clima que decide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Tres días, tres pronósticos, un solo permiso para subir.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Drie dagen, drie voorspellingen, maar één vergunning om te klimmen.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Elke stem wordt verantwoord met een weerdetail én een gevolg («si llueve, el camino…»). Een stem zonder weerreden telt niet mee.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jueves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sol por la mañana, tormenta a las tres — el camino de piedra se moja y resbala</a:t>
            </a:r>
          </a:p>
        </p:txBody>
      </p:sp>
      <p:sp>
        <p:nvSpPr>
          <p:cNvPr id="13" name="Onthul 0"/>
          <p:cNvSpPr/>
          <p:nvPr/>
        </p:nvSpPr>
        <p:spPr>
          <a:xfrm>
            <a:off x="548640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nthulTxt 0"/>
          <p:cNvSpPr txBox="1"/>
          <p:nvPr/>
        </p:nvSpPr>
        <p:spPr>
          <a:xfrm>
            <a:off x="566928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¿lo habéis dicho?</a:t>
            </a:r>
          </a:p>
        </p:txBody>
      </p:sp>
      <p:sp>
        <p:nvSpPr>
          <p:cNvPr id="15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1"/>
          <p:cNvSpPr txBox="1"/>
          <p:nvPr/>
        </p:nvSpPr>
        <p:spPr>
          <a:xfrm>
            <a:off x="3403854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viernes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nublado todo el día, 4 °C, sin lluvia — frío pero seco; hay que llevar ropa de abrigo</a:t>
            </a:r>
          </a:p>
        </p:txBody>
      </p:sp>
      <p:sp>
        <p:nvSpPr>
          <p:cNvPr id="17" name="Onthul 1"/>
          <p:cNvSpPr/>
          <p:nvPr/>
        </p:nvSpPr>
        <p:spPr>
          <a:xfrm>
            <a:off x="3403854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nthulTxt 1"/>
          <p:cNvSpPr txBox="1"/>
          <p:nvPr/>
        </p:nvSpPr>
        <p:spPr>
          <a:xfrm>
            <a:off x="3422142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¿lo habéis dicho?</a:t>
            </a:r>
          </a:p>
        </p:txBody>
      </p:sp>
      <p:sp>
        <p:nvSpPr>
          <p:cNvPr id="19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2"/>
          <p:cNvSpPr txBox="1"/>
          <p:nvPr/>
        </p:nvSpPr>
        <p:spPr>
          <a:xfrm>
            <a:off x="6259068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sábado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sol todo el día, 22 °C — perfecto, pero es el día con más gente y menos cupo</a:t>
            </a:r>
          </a:p>
        </p:txBody>
      </p:sp>
      <p:sp>
        <p:nvSpPr>
          <p:cNvPr id="21" name="Onthul 2"/>
          <p:cNvSpPr/>
          <p:nvPr/>
        </p:nvSpPr>
        <p:spPr>
          <a:xfrm>
            <a:off x="6259068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2"/>
          <p:cNvSpPr txBox="1"/>
          <p:nvPr/>
        </p:nvSpPr>
        <p:spPr>
          <a:xfrm>
            <a:off x="6277356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¿lo habéis dicho?</a:t>
            </a:r>
          </a:p>
        </p:txBody>
      </p:sp>
      <p:sp>
        <p:nvSpPr>
          <p:cNvPr id="23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voto por el … porque …</a:t>
            </a:r>
          </a:p>
        </p:txBody>
      </p:sp>
      <p:sp>
        <p:nvSpPr>
          <p:cNvPr id="25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 llueve, …</a:t>
            </a:r>
          </a:p>
        </p:txBody>
      </p:sp>
      <p:sp>
        <p:nvSpPr>
          <p:cNvPr id="27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problema del … es que …</a:t>
            </a:r>
          </a:p>
        </p:txBody>
      </p:sp>
      <p:sp>
        <p:nvSpPr>
          <p:cNvPr id="29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Prefiero pasar frío que …</a:t>
            </a:r>
          </a:p>
        </p:txBody>
      </p:sp>
      <p:sp>
        <p:nvSpPr>
          <p:cNvPr id="31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Entonces salimos el …, ¿de acuerdo?</a:t>
            </a:r>
          </a:p>
        </p:txBody>
      </p:sp>
      <p:sp>
        <p:nvSpPr>
          <p:cNvPr id="33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dilema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día con mejor tiempo es el día con más gente. No hay una respuesta correcta.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