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U4 = de eerste verleden tijd. Kerngrammatica: pretérito perfecto compuesto (haber + participio) + por/para. Parada 4 = Chile / el gran viaje. Kernvalstrikken: haber ≠ tener · onregelmatige participios (hecho/visto/dicho/vuelto) · por ≠ para. Docentdeck = oplossing; leerlingdeck (.pptx, F5) = klik onthult.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Kern = §2 el perfecto + §3 por/para. Kruisverwijzing: «oefen online — 12 juegos + 100+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Media→viaje. Online: memoria del viaje (memory) + verbo↔participio (match).</a:t>
            </a:r>
          </a:p>
          <a:p/>
          <a:p>
            <a:r>
              <a:t>— SOLUCIÓN (docent · presenter view) —</a:t>
            </a:r>
          </a:p>
          <a:p>
            <a:r>
              <a:t>Collocaties: comprar un billete · hacer la maleta · reservar una habitación · sacar fotos · coger el tren.</a:t>
            </a:r>
          </a:p>
          <a:p>
            <a:r>
              <a:t>🔴 middel = por avión / por tren.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perfecto. Toon haber + participio. Online: completa el perfecto (cloze) + participio Tetris.</a:t>
            </a:r>
          </a:p>
          <a:p/>
          <a:p>
            <a:r>
              <a:t>— SOLUCIÓN (docent · presenter view) —</a:t>
            </a:r>
          </a:p>
          <a:p>
            <a:r>
              <a:t>Regla: haber (verandert) + participio (-ado/-ido, blijft gelijk). 🔴 haber ≠ tener: he comido, niet «tengo comido».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perfecto (retrieval). Klas roept de vorm vóór de klik. Online: cloze el perfecto.</a:t>
            </a:r>
          </a:p>
          <a:p/>
          <a:p>
            <a:r>
              <a:t>— SOLUCIÓN (docent · presenter view) —</a:t>
            </a:r>
          </a:p>
          <a:p>
            <a:r>
              <a:t>Truc: he/has/ha/hemos/habéis/han + participio (-ado/-ido). Het participio verandert niet.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participios. Coro vóór de klik. Online: ¿regular o irregular? (classify) + participio Tetris.</a:t>
            </a:r>
          </a:p>
          <a:p/>
          <a:p>
            <a:r>
              <a:t>— SOLUCIÓN (docent · presenter view) —</a:t>
            </a:r>
          </a:p>
          <a:p>
            <a:r>
              <a:t>Los 8 clásicos: hecho · visto · dicho · vuelto · puesto · escrito · abierto · roto.</a:t>
            </a:r>
          </a:p>
          <a:p>
            <a:r>
              <a:t>🔴 acentos: leer → leído, oír → oído (i na klinker).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por/para. Toon het contrast. Online: ¿por o para? (classify) + cloze.</a:t>
            </a:r>
          </a:p>
          <a:p/>
          <a:p>
            <a:r>
              <a:t>— SOLUCIÓN (docent · presenter view) —</a:t>
            </a:r>
          </a:p>
          <a:p>
            <a:r>
              <a:t>Regla: para = doel/bestemming/«om te» · por = middel/duur/reden/doorheen. Viajo por avión para visitar Chile.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por/para (retrieval). Online: ¿por o para? (classify) + cloze.</a:t>
            </a:r>
          </a:p>
          <a:p/>
          <a:p>
            <a:r>
              <a:t>— SOLUCIÓN (docent · presenter view) —</a:t>
            </a:r>
          </a:p>
          <a:p>
            <a:r>
              <a:t>Regla: para = doel/bestemming · por = middel/duur/reden. Bij twijfel: «waarheen/waarvoor» = para.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(lezen→schrijven). Eerst globaal, dan scannen. Daarna: eigen reis met el perfecto.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het perfecto (he/ha…) + lo mejor/lo peor.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(luisteren→spreken). Lees voor (of TTS); klas noteert adónde/qué. Online: ¿qué tal el viaje? (audio).</a:t>
            </a:r>
          </a:p>
          <a:p/>
          <a:p>
            <a:r>
              <a:t>— SOLUCIÓN (docent · presenter view) —</a:t>
            </a:r>
          </a:p>
          <a:p>
            <a:r>
              <a:t>Modelo-audio (docent/TTS): «He viajado a Chile. He visto el desierto y he sacado muchas fotos. Lo mejor ha sido el paisaje.» </a:t>
            </a:r>
          </a:p>
          <a:p>
            <a:r>
              <a:t>Daarna: A vertelt zijn reis, B stelt vragen (perfecto).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marcadores. Koppel aan het perfecto. Online: marcadores in de cloze/point.</a:t>
            </a:r>
          </a:p>
          <a:p/>
          <a:p>
            <a:r>
              <a:t>— SOLUCIÓN (docent · presenter view) —</a:t>
            </a:r>
          </a:p>
          <a:p>
            <a:r>
              <a:t>Chunks: ¿Has estado alguna vez en…? — Sí, una vez. / No, nunca. / Todavía no.</a:t>
            </a:r>
          </a:p>
          <a:p>
            <a:r>
              <a:t>Deze markers horen bij het perfecto (recente/onbepaalde tijd).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(retrieval). Zonder waarschuwing door elkaar. Online: cloze + participio Tetris.</a:t>
            </a:r>
          </a:p>
          <a:p/>
          <a:p>
            <a:r>
              <a:t>— SOLUCIÓN (docent · presenter view) —</a:t>
            </a:r>
          </a:p>
          <a:p>
            <a:r>
              <a:t>Irregulares: hecho · visto · dicho · vuelto · puesto · escrito · abierto · roto.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Rondes met afbouwende steun. Online: recorder (mi viaje + mi opinión).</a:t>
            </a:r>
          </a:p>
          <a:p/>
          <a:p>
            <a:r>
              <a:t>— SOLUCIÓN (docent · presenter view) —</a:t>
            </a:r>
          </a:p>
          <a:p>
            <a:r>
              <a:t>Modelo: «He viajado a Chile por avión. He visto el desierto y he sacado muchas fotos. Lo mejor ha sido el paisaje porque es impresionante.»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schrijven. Nakijkfocus: haber+participio, por/para, opinión. Voedt de Tarea.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experiencias. Klik onthult. Online: memoria de acciones + señala.</a:t>
            </a:r>
          </a:p>
          <a:p/>
          <a:p>
            <a:r>
              <a:t>— SOLUCIÓN (docent · presenter view) —</a:t>
            </a:r>
          </a:p>
          <a:p>
            <a:r>
              <a:t>Opinión: Lo mejor ha sido… · Lo peor ha sido… · Ha sido impresionante/inolvidable.</a:t>
            </a:r>
          </a:p>
          <a:p>
            <a:r>
              <a:t>Experiencias: he estado/visto/hecho/probado + ya/todavía no/nunca/alguna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h muda (cruciaal in he/has/ha) + tijdsconnectoren.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de h wordt geschreven maar niet uitgesproken: he, has, hotel, hacer → hecho. 🔴 nooit «e comido».</a:t>
            </a:r>
          </a:p>
          <a:p>
            <a:r>
              <a:t>B: primero → luego/después → más tarde → al final (om je reis te vertellen).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(LPD 5). Onthul per kaart. Bruggetje: La Ruta parada 4 = Chile (★, viaje). Online: klik op Chile op de kaart.</a:t>
            </a:r>
          </a:p>
          <a:p/>
          <a:p>
            <a:r>
              <a:t>— SOLUCIÓN (docent · presenter view) —</a:t>
            </a:r>
          </a:p>
          <a:p>
            <a:r>
              <a:t>Actividad: ¿adónde has viajado o quieres viajar? Cuenta con el perfecto (he estado…) o «todavía no».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Beoordeel met de rúbrica; opname op de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perfecto · participios irregulares · por/para · marcadores.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(12 spellen). Bruggetje: U5 «Érase una vez» — el indefinido, biografías (Mateo, BsAs).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11.xml"/><Relationship Id="rId8" Type="http://schemas.openxmlformats.org/officeDocument/2006/relationships/slide" Target="slide9.xml"/><Relationship Id="rId9" Type="http://schemas.openxmlformats.org/officeDocument/2006/relationships/slide" Target="slide17.xml"/><Relationship Id="rId10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Relationship Id="rId4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CHILE 🇨🇱 · DE VIAJE ✈️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200" b="1" i="0">
                <a:solidFill>
                  <a:srgbClr val="FFFFFF"/>
                </a:solidFill>
                <a:latin typeface="Bricolage Grotesque"/>
              </a:rPr>
              <a:t>De viaje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Recente ervaringen: el perfecto (haber + participio) · por/para.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¿Has viajado alguna vez a un país hispano?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Ben je ooit naar een Spaanstalig land gereisd?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4: Chile, el gran viaje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«Mi mejor viaje»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Transporte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 alojamiento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perfecto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haber + participio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Participios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irregulares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6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Por / para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doel ↔ middel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Experiencias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ya · nunca · alguna vez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 viaje inolvidable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gran viaje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✈️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viaje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blog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Transporte y alojamiento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de reis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avión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vliegtuig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por avión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tren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trein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estación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billete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ticket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de ida y vuelta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maleta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koffer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hacer la maleta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hotel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hotel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reserva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habitación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kamer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llave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sleutel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recepción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playa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strand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montaña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¡Ojo! el/la: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el avión, el tren, el billete, el hotel (m) · la maleta, la reserva, la llave, la playa (v)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Collocaties: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comprar un billete · hacer la maleta · reservar una habitación · sacar fotos · coger el tren.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middel = por avión / por tren.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pretérito perfecto compuesto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haber (he/has/ha…) + participio (-ado/-ido). «wat je gedaan hebt».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he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viajado </a:t>
            </a:r>
            <a:r>
              <a:rPr sz="2200" b="1" i="0">
                <a:solidFill>
                  <a:srgbClr val="64748B"/>
                </a:solidFill>
                <a:latin typeface="Bricolage Grotesque"/>
              </a:rPr>
              <a:t>a Chile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conjugación de haber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yo 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he viajado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tú has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has comido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él/ella 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 salido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nosotros hemos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hemos visto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vosotros habéis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habéis reservado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ellos han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han llegado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haber (verandert) + participio (-ado/-ido, blijft gelijk). 🔴 haber ≠ tener: he comido, niet «tengo comido».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del perfecto?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(viajar) a Chile.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 viajado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¿(Tú) ___ (comer)?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has comido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___ (visitar) el museo.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hemos visitado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avión ___ (llegar).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 llegado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Mis amigos ___ (reservar).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han reservado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(dormir) mal.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 dormido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he/has/ha/hemos/habéis/han + participio (-ado/-ido). Het participio verandert niet.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§2b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participios irregulares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verbo → het participio. Uit het hoofd leren.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hacer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hecho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visto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decir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dicho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volver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vuelto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poner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puesto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escribir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escrito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abrir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abierto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romper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roto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Los 8 clásicos: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hecho · visto · dicho · vuelto · puesto · escrito · abierto · roto.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acentos: leer → leído, oír → oído (i na klinker).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Por y para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para = doel/bestemming · por = middel/duur/reden.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Salgo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para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Chile</a:t>
            </a:r>
            <a:r>
              <a:rPr sz="16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Viajo </a:t>
            </a:r>
            <a:r>
              <a:rPr sz="1800" b="1" i="0">
                <a:solidFill>
                  <a:srgbClr val="EA7317"/>
                </a:solidFill>
                <a:latin typeface="Inter"/>
              </a:rPr>
              <a:t>por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avión</a:t>
            </a:r>
            <a:r>
              <a:rPr sz="16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para + destino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 Chile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para + inf. (doel)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 descansar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para + persona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 ti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por + medio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por avión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por + duración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por dos días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por + causa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por el mal tiempo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70916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para = doel/bestemming/«om te» · por = middel/duur/reden/doorheen. Viajo por avión para visitar Chile.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58114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¿por o para?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optie.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Salgo ___ Chile.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para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Viajo ___ avión.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Estudio ___ aprobar.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para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quedo ___ dos días.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Es ___ ti.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para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Paseo ___ la playa.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para = doel/bestemming · por = middel/duur/reden. Bij twijfel: «waarheen/waarvoor» = para.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viajes — «Un viaje inolvidable»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«Este año he viajado a Chile. Hemos estado en el desierto de Atacama y he visto un cielo lleno de estrellas. Lo mejor ha sido el paisaje. Todavía no he estado en Rapa Nui.»</a:t>
            </a:r>
          </a:p>
        </p:txBody>
      </p:sp>
      <p:pic>
        <p:nvPicPr>
          <p:cNvPr id="12" name="Picture 11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«He vuelto de un viaje por Europa. He probado la paella en València, he hecho muchas fotos y he escrito un diario. Lo peor ha sido el vuelo, muy largo.»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¿Adónde ha viajado Nina?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Chile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¿Ya ha estado en Rapa Nui?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Todavía 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ha probado Diego?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 paella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ha sido lo peor (Diego)?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vuelo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5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het perfecto (he/ha…) + lo mejor/lo peor.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tal el viaje?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het verhaal.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¿Adónde?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Ha ido a Chile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¿Qué ha visto?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El desierto, las estrellas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¿Qué ha hecho?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Ha sacado fotos, ha subido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¿Lo mejor?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El paisaje, inolvidable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«He viajado a Chile. He visto el desierto y he sacado muchas fotos. Lo mejor ha sido el paisaje.»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vertelt zijn reis, B stelt vragen (perfecto).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marcadores del perfecto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betekenis. ya · todavía no · nunca · alguna vez.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al (gedaan)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nog niet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todavía 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nooit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nunca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ooit?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¿… alguna vez?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dit jaar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este año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deze week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esta semana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vandaag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hoy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 laatste tijd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últimamente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Chunks: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¿Has estado alguna vez en…? — Sí, una vez. / No, nunca. / Todavía no.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Deze markers horen bij het perfecto (recente/onbepaalde tijd).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§2–§3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Perfecto + participios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juiste vorm. Let op de onregelmatige.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(Yo) ___ (hacer) las maletas.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 hecho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¿(Tú) ___ (ver) el mar?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has visto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Nosotros ___ (volver).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hemos vuelto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(Yo) ___ (escribir) una postal.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 escrito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Han ___ (abrir) el museo.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abierto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¿Has estado ___ vez en Perú?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alguna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Irregulares: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hecho · visto · dicho · vuelto · puesto · escrito · abierto · roto.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Habla de un viaje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¿Adónde?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He viajado a…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¿Cómo? (por)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Por avión/tren…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has visto?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He visto…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has hecho?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He hecho / probado…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¿Lo mejor?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Lo mejor ha sido…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Argumento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…porque…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08223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viaje / mi opinión»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«He viajado a Chile por avión. He visto el desierto y he sacado muchas fotos. Lo mejor ha sido el paisaje porque es impresionante.»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mejor viaje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reisblog.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blog de viaje: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adónde has viajado (+ por)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3–4 experiencias (he visto/hecho…)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2 participios irregulares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por/para correct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(lo mejor ha sido…)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6–8 frases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«Este año he viajado a Chile por avión para descansar. He estado en Atacama y he visto las estrellas. He hecho muchas fotos. Lo mejor ha sido el paisaje. ¡Ha sido inolvidable!»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Experiencias y lugares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he estado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ik ben geweest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he visto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ik heb gezien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he probado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ik heb geproefd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playa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strand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montaña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berg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desierto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woestijn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paisaje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landschap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impresionante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indrukwekkend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inolvidable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onvergetelijk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lo mejor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beste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lo peor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ergste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ya / todavía 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al / nog niet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Opinión: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Lo mejor ha sido… · Lo peor ha sido… · Ha sido impresionante/inolvidable.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Experiencias: he estado/visto/hecho/probado + ya/todavía no/nunca/alguna vez.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h muda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volgorde.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la h muda (klinkt niet)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5603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___e comido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he comido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5603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___otel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hotel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5603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___acer → ___echo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hacer → hecho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5603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___abitación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habitación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cuenta tu viaje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primero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eerst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luego / después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daarna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más tarde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later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al final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ten slotte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h wordt geschreven maar niet uitgesproken: he, has, hotel, hacer → hecho. 🔴 nooit «e comido».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primero → luego/después → más tarde → al final (om je reis te vertellen).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4: CHILE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gran viaje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Atacama, el Camino y Rapa Nui.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🏜️ El desierto de Atacama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Chile ligt de droogste woestijn ter wereld. 's Nachts zie je er de helderste sterrenhemel — grote sterrenwachten.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Nina ha estado allí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🥾 El Camino de Santiago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España lopen pelgrims al eeuwen de Camino naar Santiago. «He hecho el Camino» is een klassiek reisverhaal — honderden km te voet.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clásico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🗿 Rapa Nui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Isla de Pascua (Chile), midden in de Stille Oceaan, is beroemd om de moáis: reusachtige stenen beelden. Zeer afgelegen.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todavía no…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¿adónde has viajado o quieres viajar? Cuenta con el perfecto (he estado…) o «todavía no».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✈️ Tarea final · Mi mejor viaje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Escribe un blog sobre un viaje con el perfecto, por/para y una opinión.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Di adónde has viajado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«He viajado a… por avión/tren»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Cuenta 3–4 experiencias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«He visto…, he probado…, he hecho…»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Usa por/para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«para descansar», «por una semana»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«Lo mejor ha sido…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perfecto (haber+part.)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2 irregulares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por/para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je reis delen · situatie een blog · resultaat: blog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«ik heb gereisd»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he viajado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participio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hecho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ver → participio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visto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Salgo ___ Chile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para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Viajo ___ avión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«nog niet» =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todavía 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volver → participio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vuelto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viaje ___ sido genial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perfecto · participios irregulares · por/para · marcadores.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Perfecto: haber (he/has/ha/hemos/habéis/han) + participio (-ado/-ido). He viajado.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Participios irregulares: hecho · visto · dicho · vuelto · puesto · escrito · abierto · roto.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Marcadores: hoy · esta semana · este año · ya · todavía no · nunca · alguna vez.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Para = doel/bestemming/«om te» · Por = middel/duur/reden/doorheen.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haber ≠ tener · vergeet de h niet (he, has) · hecho/visto (irreg.) · por ≠ para.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over transport en verblijf praten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perfecto vormen (haber + participio)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onregelmatige participios gebruiken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 en para onderscheiden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een reis vertellen met een mini-mening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U4 «De viaje»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Menu 2' · transporte 6' · el perfecto 12' · participios 6' · por/para 10' · experiencias/escucha 8'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haber ≠ tener (he comido, niet «tengo comido») · onregelmatige participios (hecho/visto/dicho/vuelto/puesto/escrito/abierto/roto) · h muda (vergeet de h niet) · por (middel/duur/reden) ≠ para (doel/bestemming).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Sterker: volledig reisverhaal + 3 irregulares + por/para + una opinión con porque. Zwakker: perfecto-kaart + participios-lijst langer open, frames houden; por/para met vaste voorbeeldparen.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12 spellen + flip cards + gramática interactiva (perfecto · participios · por/para) + recorder (mi viaje · mi opinión) + Lectura (dos viajes) + klikbare kaart (Chile ★, viaje) op de página digital. QR's → juiste anker.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 &amp; LPD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Tarea «Mi mejor viaje» met rúbrica (4 criteria). LPD (III-Spa-d): viaje 7 · perfecto 8·3 · participios/por-para 8 · interactie 4 · lezen 1·2·5 · cultuur 5. Bron: perfecto = A2-kern (leerplan) + reservoir.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