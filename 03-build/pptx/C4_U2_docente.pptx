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estoy/estás/está (estar voor toestand/gevoel). Geen volledige conjugatie. Saludo volgens de klok (días/tardes/noches). Geen ser/estar-contrast als systeem — dat is C5/C6.</a:t>
            </a:r>
          </a:p>
          <a:p/>
          <a:p>
            <a:r>
              <a:t>— SOLUCIÓN (docent · presenter view) —</a:t>
            </a:r>
          </a:p>
          <a:p>
            <a:r>
              <a:t>estoy · estás · está · Buenos días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 Let op estar (estoy/estás) + saludo por hora.</a:t>
            </a:r>
          </a:p>
          <a:p/>
          <a:p>
            <a:r>
              <a:t>— SOLUCIÓN (docent · presenter view) —</a:t>
            </a:r>
          </a:p>
          <a:p>
            <a:r>
              <a:t>1. días · estás</a:t>
            </a:r>
          </a:p>
          <a:p>
            <a:r>
              <a:t>2. Estoy</a:t>
            </a:r>
          </a:p>
          <a:p>
            <a:r>
              <a:t>3. estoy</a:t>
            </a:r>
          </a:p>
          <a:p>
            <a:r>
              <a:t>4. luego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2E51CKpanmU" TargetMode="External"/><Relationship Id="rId4" Type="http://schemas.microsoft.com/office/2007/relationships/media" Target="https://www.youtube.com/embed/2E51CKpanmU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¡Buenos días! Groeten volgens het moment van de dag en zeggen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hoe je je voelt.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según el momento del día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días · tardes ·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cómo estás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estar + estado (bien, cansado…)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adiós · hasta luego · hasta mañana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jota · h muda · acento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por el día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estar · saludo por hora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scène speelt op 09.00 · 16.00 · 21.05 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Josefina… Buenos días.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Bien, bien. Es María, la nueva profesora.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estoy ocupada. Muy ocupada.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Buenas tardes. ¿Cómo estás?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Estoy enferma. Un poco enferma.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tú, ¿cómo estás?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Uf, cansada, muy cansada.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Buenos días · Buenas tardes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Buenas noches ·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Estoy bien / cansado-a / ocupado-a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Hasta luego · Adiós · Hasta mañana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2 — klik om af te spelen</a:t>
            </a:r>
          </a:p>
        </p:txBody>
      </p:sp>
      <p:pic>
        <p:nvPicPr>
          <p:cNvPr id="29" name="Picture 28" descr="video_poster_U2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jota /x/ · la h muda ·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jota, de stille h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jota /x/ · j en g+e,i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Josefina · jueves · gente · gimnasio · trabajo · mujer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Keelklank, zoals de NL «g» maar krachtiger.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h muda · de stille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hola · hasta · hija · ahora · hombre · hospital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Je schrijft de h wél, maar je hóórt ze niet: «hola» = «ola».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g + a/o/u = /g/ (gato, gusto)  ·  maar g + e/i = /x/ (gente, gimnasio) — net als de j.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en los saludos · waar ligt de klemtoon?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bue·nos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DÍ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·as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TAR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·des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NO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por el día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volgens het moment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goedenavond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¡Buenas!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hoi (informeel)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met 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Chao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doei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Decir cómo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hoe je je voelt · estar +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¿Cómo estás? → Estoy…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voel me goed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cansado / cansada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moe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ocupado / ocupada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het druk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Más estados · meer toestanden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nervioso / nerviosa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nerveus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enfermo / enferma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ziek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fatal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slecht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Estoy bien (niet «Soy bien»). Man: -o · vrouw: -a.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· saludo por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Hoe je je voelt &amp; groeten volgens de klok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estar — hoe je je voelt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/ voel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 / voelt 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saludo según la hora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🌅 la mañana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~6–12 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☀️ la tarde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~12–20 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🌙 la noche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~20–6 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bien.  ¿Cómo ___ (tú)?  María ___ cansada.  08.30 → ___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estoy · estás · está · Buenos días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(op de estados)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Estoy cansado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ocupado · nervioso · enfermo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Estoy cansada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ocupada · nerviosa · enferma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¿Qué tal?).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 / de directeur: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Buenos ___, ¿cómo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bien, gracias. ¿Y tú?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Regular… ___ un poco cansada.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Vaya. ¡Hasta ___!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días · estás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 volgens het uur en zeg hoe het gaat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 (por la mañana):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«¡Buenos días! ¿Qué tal?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Estoy bien, ¿y tú?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Regular, estoy un poco cansado.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Vaya. ¡Hasta luego!»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 (🌅☀️🌙).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vraag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 + estado.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Neem afscheid. Wissel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Saludos &amp; 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Warme begroetingen (dos besos)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flamenco+pop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🌎 clásico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6 de febrero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pop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reggaetón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urban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Speel 3 mini-gesprekjes, één per moment van de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DIARIO DE SALUDOS · noteer je gesprekjes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🌅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☀️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🌙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moment: mañana / tarde / noche.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«¿cómo estás?»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estar: «Estoy ___» (‑o/‑a).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«Hasta luego / mañana. Adiós.»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op elk moment de juiste groet kiest (días/tardes/noches), met estar zegt hoe je je voelt (juiste ‑o/‑a) en netjes afscheid neemt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je volgens het uur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🌅 Buenos días · ☀️ Buenas tardes · 🌙 Buenas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Afscheid: Adiós · Hasta luego · Hasta mañana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hoe het gaat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 → Estoy bien / cansad_ / ocupad_.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estar: estoy · estás · está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volgens het 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hoe het gaat zeggen (estar)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afscheid nemen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2 «Saludos»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(sitcom ep. 2, 3 momenten) + Suena bien (jota/h muda) + Kit (saludos por el día · estar+estado). Les 2: gramática functioneel (estar · saludo por hora), hablar, tarea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estar enkel functioneel (estoy/estás/está voor toestand), géén ser/estar-contrast als systeem en géén volledige conjugatie — dat is C5/C6. Doelcodes: C4-GE-1/2 · C4-WS-2 · C4-MEC-3 · C4-CU-2.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(«un día de saludos»: 3 momenten groeten + estar) + herkennen van saludos/estados.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