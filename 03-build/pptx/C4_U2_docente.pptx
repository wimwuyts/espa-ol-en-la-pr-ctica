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estoy/estás/está (estar voor toestand/gevoel). Geen volledige conjugatie. Saludo volgens de klok (días/tardes/noches). Geen ser/estar-contrast als systeem — dat is C5/C6.</a:t>
            </a:r>
          </a:p>
          <a:p/>
          <a:p>
            <a:r>
              <a:t>— SOLUCIÓN (docent · presenter view) —</a:t>
            </a:r>
          </a:p>
          <a:p>
            <a:r>
              <a:t>estoy · estás · está · Buenos días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 estar (estoy/estás) + saludo por hora.</a:t>
            </a:r>
          </a:p>
          <a:p/>
          <a:p>
            <a:r>
              <a:t>— SOLUCIÓN (docent · presenter view) —</a:t>
            </a:r>
          </a:p>
          <a:p>
            <a:r>
              <a:t>1. días · estás</a:t>
            </a:r>
          </a:p>
          <a:p>
            <a:r>
              <a:t>2. Estoy</a:t>
            </a:r>
          </a:p>
          <a:p>
            <a:r>
              <a:t>3. estoy</a:t>
            </a:r>
          </a:p>
          <a:p>
            <a:r>
              <a:t>4.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2E51CKpanmU" TargetMode="External"/><Relationship Id="rId4" Type="http://schemas.microsoft.com/office/2007/relationships/media" Target="https://www.youtube.com/embed/2E51CKpanm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2 — klik om af te spelen</a:t>
            </a:r>
          </a:p>
        </p:txBody>
      </p:sp>
      <p:pic>
        <p:nvPicPr>
          <p:cNvPr id="29" name="Picture 28" descr="video_poster_U2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6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2 «Saludos»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2, 3 momenten) + Suena bien (jota/h muda) + Kit (saludos por el día · estar+estado). Les 2: gramática functioneel (estar · saludo por hora),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estar enkel functioneel (estoy/estás/está voor toestand), géén ser/estar-contrast als systeem en géén volledige conjugatie — dat is C5/C6. Doelcodes: C4-GE-1/2 · C4-WS-2 · C4-MEC-3 · C4-CU-2.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(«un día de saludos»: 3 momenten groeten + estar) + herkennen van saludos/estados.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