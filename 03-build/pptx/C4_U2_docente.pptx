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estoy/estás/está (estar voor toestand/gevoel). Geen volledige conjugatie. Saludo volgens de klok (días/tardes/noches). Geen ser/estar-contrast als systeem — dat is C5/C6.</a:t>
            </a:r>
          </a:p>
          <a:p/>
          <a:p>
            <a:r>
              <a:t>— SOLUCIÓN (docent · presenter view) —</a:t>
            </a:r>
          </a:p>
          <a:p>
            <a:r>
              <a:t>estoy · estás · está · Buenos días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 estar (estoy/estás) + saludo por hora.</a:t>
            </a:r>
          </a:p>
          <a:p/>
          <a:p>
            <a:r>
              <a:t>— SOLUCIÓN (docent · presenter view) —</a:t>
            </a:r>
          </a:p>
          <a:p>
            <a:r>
              <a:t>1. días · estás</a:t>
            </a:r>
          </a:p>
          <a:p>
            <a:r>
              <a:t>2. Estoy</a:t>
            </a:r>
          </a:p>
          <a:p>
            <a:r>
              <a:t>3. estoy</a:t>
            </a:r>
          </a:p>
          <a:p>
            <a:r>
              <a:t>4.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enfermo-a · nervioso-a · regular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2 «Saludos»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2, 3 momenten) + Suena bien (jota/h muda) + Kit (saludos por el día · estar+estado). Les 2: gramática functioneel (estar · saludo por hora),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estar enkel functioneel (estoy/estás/está voor toestand), géén ser/estar-contrast als systeem en géén volledige conjugatie — dat is C5/C6. Doelcodes: C4-GE-1/2 · C4-WS-2 · C4-MEC-3 · C4-CU-2.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(«un día de saludos»: 3 momenten groeten + estar) + herkennen van saludos/estados.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