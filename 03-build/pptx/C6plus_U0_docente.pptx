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U0 = het reencuentro (huidige cohorte, C6+). Diagnostische repaso: geen heronderwijs, wél activeren. Doel: saludar/presentarse (formeel/informeel), el presente (regular + ser/estar/tener/ir/hacer/venir/dar), género &amp; concordancia, países/nacionalidades/lenguas, números. Kernvalstrik: soy ≠ estoy · porque = want én omdat · nacionalidades met kleine letter.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§2 el presente (diagnostisch).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presentarse raden zónder de NL-gloss. Contrast tú/usted meteen. Online: flip cards + memoria del reencuentro + ¿formal o informal? (classify).</a:t>
            </a:r>
          </a:p>
          <a:p/>
          <a:p>
            <a:r>
              <a:t>— SOLUCIÓN (docent · presenter view) —</a:t>
            </a:r>
          </a:p>
          <a:p>
            <a:r>
              <a:t>Presentarte (3 werkwoorden): me llamo · soy (de) · tengo … años · vivo en · hablo …</a:t>
            </a:r>
          </a:p>
          <a:p>
            <a:r>
              <a:t>🔴 nacionaliteiten met kleine letter: soy belga, es española (niet Belga/Española).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raíz+terminación zichtbaar. Kleur nooit als enige drager. Online: «completa: el presente» (cloze) + vervoegingscirkel.</a:t>
            </a:r>
          </a:p>
          <a:p/>
          <a:p>
            <a:r>
              <a:t>— SOLUCIÓN (docent · presenter view) —</a:t>
            </a:r>
          </a:p>
          <a:p>
            <a:r>
              <a:t>Regla: raíz (habl-) + terminación. De terminación verandert met de persoon: yo hablo, tú hablas, él habla…</a:t>
            </a:r>
          </a:p>
          <a:p>
            <a:r>
              <a:t>De 7 onregelmatige (yo): soy · estoy · tengo · voy · hago · vengo · doy (vaak -oy of -go).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de vorm roepen vóór de klik. Online: «completa: el presente» (cloze) + señala (yo/tú).</a:t>
            </a:r>
          </a:p>
          <a:p/>
          <a:p>
            <a:r>
              <a:t>— SOLUCIÓN (docent · presenter view) —</a:t>
            </a:r>
          </a:p>
          <a:p>
            <a:r>
              <a:t>yo → -o (hablo, vivo) · soy/estoy/tengo/voy/vengo/hago/doy. tú → -s · él/ella → -a/-e · nosotros → -mos · ellos → 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 vóór de klik. soy/estoy is dé U0-valstrik; het volledige ser/estar-contrast is U1.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Truc: permanent/eigenschap → ser (soy) · tijdelijk/plaats → estar (estoy). Contrast komt uitgebreid in U1.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género. Toon concordantie fysiek (el chico alto / la chica alta). Online: «¿el o la?» (classify) + concordancia Tetris.</a:t>
            </a:r>
          </a:p>
          <a:p/>
          <a:p>
            <a:r>
              <a:t>— SOLUCIÓN (docent · presenter view) —</a:t>
            </a:r>
          </a:p>
          <a:p>
            <a:r>
              <a:t>Regla: lidwoord + adjectief komen overeen in geslacht én getal. Uitzonderingen: el día/mapa/problema (m), la mano/foto (f).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 (retrieval). Klas roept el/la vóór de klik. Online: «¿el o la?» (classify).</a:t>
            </a:r>
          </a:p>
          <a:p/>
          <a:p>
            <a:r>
              <a:t>— SOLUCIÓN (docent · presenter view) —</a:t>
            </a:r>
          </a:p>
          <a:p>
            <a:r>
              <a:t>Valstrikken: -ma → m (el problema, el idioma) · la mano, la foto (f ondanks -o) · -dad → f (la ciudad).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globaal, dan scannen. Onthul antwoorden pas na de klas. Daarna: leerlingen zeggen met wie ze meer gemeen hebben (transfer → Tarea).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datos (país, edad, lengua, carácter)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presentatie voor (of TTS). Klas noteert país + edad; onthul per klik. Koppel meteen aan de eigen presentación.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Lucía, soy de España. Tengo dieciséis años y soy alegre.» …</a:t>
            </a:r>
          </a:p>
          <a:p>
            <a:r>
              <a:t>Daarna spreken: elke leerling presenteert zich zoals het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soy/estoy (reveal). Coro vóór de klik. Diagnostisch: enkel yo-vormen.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ser (soy): herkomst · nationaliteit · beroep · karakter. estar (estoy): plaats · gevoel · toestand.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presentarse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«¡Hola! Me llamo … Soy de … Tengo … años. Vivo en … Hablo … ¡Mucho gusto!»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presente correct, concordancia, één conector. Dit voedt de Tarea «Tarjeta de reencuentro».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países. Klik onthult; koppel país → nacionalidad → lengua. Online: «país ↔ nacionalidad» (match) + banderas (memory).</a:t>
            </a:r>
          </a:p>
          <a:p/>
          <a:p>
            <a:r>
              <a:t>— SOLUCIÓN (docent · presenter view) —</a:t>
            </a:r>
          </a:p>
          <a:p>
            <a:r>
              <a:t>Zin: Soy de España, soy español/a y hablo español. 🔴 nacionalidades met kleine letter; landen met hoofdletter.</a:t>
            </a:r>
          </a:p>
          <a:p>
            <a:r>
              <a:t>Números: veinte (20) · cincuenta (50) · cien (100).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Acentuación = EELP-sterk, kort ophalen. porque/pero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woorden zijn llana; draagt het een tilde, volg de tilde (mú-si-ca).</a:t>
            </a:r>
          </a:p>
          <a:p>
            <a:r>
              <a:t>🔴 B: «want» én «omdat» = porque · «maar» = pero · «dus» = así que/por eso (niet luego).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(U1 begint de reis). Online: klikbare wereldkaart.</a:t>
            </a:r>
          </a:p>
          <a:p/>
          <a:p>
            <a:r>
              <a:t>— SOLUCIÓN (docent · presenter view) —</a:t>
            </a:r>
          </a:p>
          <a:p>
            <a:r>
              <a:t>Actividad: ¿Qué país quieres visitar y por qué? Schrijf één zin met «Quiero visitar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vóór de klik. Daarna de presentación in parejas.</a:t>
            </a:r>
          </a:p>
          <a:p/>
          <a:p>
            <a:r>
              <a:t>— SOLUCIÓN (docent · presenter view) —</a:t>
            </a:r>
          </a:p>
          <a:p>
            <a:r>
              <a:t>Presentarse: ¿Cómo te llamas? · Soy de … · Tengo … años · ¿De dónde eres? · Vivo en … · Mucho gusto.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15 · 2) miércoles · 3) 8 · 4) 5</a:t>
            </a:r>
          </a:p>
          <a:p>
            <a:r>
              <a:t>1) F — «No soy profesional»</a:t>
            </a:r>
          </a:p>
          <a:p>
            <a:r>
              <a:t>2) F — «Los libros están en muy buen estado»</a:t>
            </a:r>
          </a:p>
          <a:p>
            <a:r>
              <a:t>3) V — «Es gratis»</a:t>
            </a:r>
          </a:p>
          <a:p>
            <a:r>
              <a:t>4) V — «soy nuevo en el instituto»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Mateo · 2) De Buenos Aires · 3) 24 · 4) Cansado · 5) Martes y jueves</a:t>
            </a:r>
          </a:p>
          <a:p>
            <a:r>
              <a:t>1) V — «Estuve en Cartagena»</a:t>
            </a:r>
          </a:p>
          <a:p>
            <a:r>
              <a:t>2) F — «Está en nuestra clase»</a:t>
            </a:r>
          </a:p>
          <a:p>
            <a:r>
              <a:t>3) F — «Es la misma»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el presente · género/concordancia · ser/estar · países/nacionalidades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U1 «El día a día» — rutina, gustos (me gusta) en ser vs estar.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tablón de anuncios»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tablón de anuncios (drie korte berichten)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TABLÓN DE ANUNCIOS · Instituto Santa Clara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🎸 BUSCO GRUPO DE MÚSICA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Me llamo Mateo, soy argentino y soy nuevo en el instituto. Toco la guitarra desde los ocho años. Busco compañeros para tocar los viernes. No soy profesional, pero soy constante. ¿Te animas?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📚 VENDO LIBROS DE SEGUNDA MANO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 en muy buen estado. Son de cuarto curso. Cuestan diez euros cada uno, o quince los dos. Estoy en el patio a la hora del recreo. Pregunta por Valen.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🌎 INTERCAMBIO DE LENGUAS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Somos cinco alumnos de México, Colombia y Perú. Queremos hablar neerlandés y vosotros queréis hablar español. Nos reunimos los miércoles en la biblioteca. Es gratis y es divertido. ¡Todos sois bienvenidos!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 cuestan dos libros?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¿Qué día se reúne el intercambio de lenguas?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¿Desde qué edad toca Mateo la guitarra?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alumnos organizan el intercambio?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Mateo es un guitarrista profesional.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Los libros de Valen están estropeados.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intercambio de lenguas no cuesta nada.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Mateo lleva poco tiempo en el instituto.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15 · 2) miércoles · 3) 8 · 4) 5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soy profesional»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«Los libros están en muy buen estado»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«Es gratis»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«soy nuevo en el instituto»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de curso»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patio del instituto, primera semana de septiembre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Diego (de México) y Valen (de Cartagena, Colombia)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reencuentran y hablan de sus clases y de un compañero nuevo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¿Qué tal el verano? · somos / estamos · el compañero nuevo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llama el compañero nuevo?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Mateo?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alumnos son este año?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¿Cómo está Diego?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días hay clase de español?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Valen pasó el verano en Colombia.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Mateo está en otra clase.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La profesora de español es nueva.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Eres el compañero nuevo. Preséntate a Diego y a Valen en cuatro frases: nombre · origen · cómo estás hoy · una cosa que te gusta.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Mateo · 2) De Buenos Aires · 3) 24 · 4) Cansado · 5) Martes y jueves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«Estuve en Cartagena»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«Está en nuestra clase»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«Es la misma»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U0 «¡Volvemos!»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Menu 2' · saludos/presentarse 8' · el presente 12' · género 8' · ser/estar 5' · lectura/escucha 8' · cultura 3'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soy ≠ estoy (identiteit vs plaats/gevoel) · porque = want én omdat · nacionalidades met kleine letter · belga = m/v gelijk · el problema/día/mapa (m), la mano/foto (f).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U0 = diagnostisch, geen heronderwijs. Sterker: volledige presentación + tarjeta + perfil beschrijven. Zwakker: presente-tabel + soy/estoy-kaart langer open, 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13 spellen + flip cards + klikbare wereldkaart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Tarea «Tarjeta de reencuentro» met rúbrica (4 criteria). LPD (III-Spa-d): presentarse 4·5·9 · datos 7·3 · países/nacionalidades 7·8·5 · ser/verbos 8·3 · género 8·7. U0 = opstap, geen zware toetsing.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