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Presentaciones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¡Hola! Je eerste woorden Spaans: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groeten, jezelf voorstellen en afscheid nemen.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y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groeten &amp; afscheid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nombre y de dónde eres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naam &amp; herkomst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el nombre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iemand naar zijn naam vragen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klanken &amp; klemtoon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&amp; presentarse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· llamarse · -o/-a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preséntate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carné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chunks komen uit je oren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Hola. ¿Cómo estás?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Bien. ¿Cómo te llamas?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me llamo María. Encantada.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Encantado. Yo soy Julio.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Os presento: María, la nueva profesora.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 de conocerla.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Igualmente. Muchas gracias.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nada. ¡Bienvenida!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600200"/>
            <a:ext cx="3749039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 · ¿Cómo estás? ·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te llamas? · Me llamo…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soy… · Encantado/a · Igualmente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Muchas gracias · De nada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¡Bienvenida! · Hasta luego · Adiós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663440"/>
            <a:ext cx="4206240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4800600"/>
            <a:ext cx="3749039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🎬 Vídeo online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Scan de QR op de cursus of open de digitale hub → tabblad Escucha.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cinco vocales +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5 klinkers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‘bal’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‘bed’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‘kiwi’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‘pot’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hola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‘boek’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tú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5760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 blijft /e/ en o blijft /o/ — géén NL «ei/ou»-glijder.  a · e · i · o · oe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¿Dónde está el acento? · waar ligt de klemtoon?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HO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me·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LLA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·mo     en·can·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·do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DIÓS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GRA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Responder · antwoorden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Bien, 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goed, en jij?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Vale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Jezelf voorstellen &amp; de ander leren kennen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quién eres · zeggen wie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soy…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Encantado / Encantada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aangenaam (m/v)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Igualmente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insgelijks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aan de ander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te llamas?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heet je?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 met 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me llamo… (niet «yo soy me llamo»).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· llamarse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je bent / hoe je heet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zijn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llamarse — heten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(yo) me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(tú) te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(usted) se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 heet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de Bélgica.  ¿Cómo ___ llamas?  Ella ___ profesora.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· te · 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Encantado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Bienvenido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Encantada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Bienvenida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¿Cómo te llamas?).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 · ¿Cómo se llama?).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¡Hola! ¿Cómo ___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 ___ Ana. ¿Y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___ Leo. ___ de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¡___! Hasta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llamo · tú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soy ·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Encantado/a ·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Preséntate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Sta recht, groet en stel je voor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«¡Hola! Me llamo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Soy de ____. ¡Encantad_!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¿Y tú, cómo te llamas?»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Draai je naar je buur.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en stel je voor.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zijn/haar naam.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partner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Leer Spaans via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pop 🇪🇸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urban 🇪🇸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clásico 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Tití me preguntó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carné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je klaskaartje &amp; stel je voor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CARNÉ · academia Welcome to Spanish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Mi emoji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Vul je carné in.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je voor (sin leer): «¡Hola! Me llamo…»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3 klasgenoten naam + herkomst.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«¡Encantad_! Hasta luego.»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jezelf vlot voorstelt zónder af te lezen, de juiste vorm (-o/-a) gebruikt en 3 namen genoteerd hebt.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&amp; stel je je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¡Hola! Me llamo ___. Soy de ___. Encantad_.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¿Y tú, cómo te llamas?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Onthou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ser: soy · eres · 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llamarse: me/te/se + llamo/llamas/llama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naar naam vragen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