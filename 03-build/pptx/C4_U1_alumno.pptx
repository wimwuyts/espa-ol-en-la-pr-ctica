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yvPI-4JGdyo" TargetMode="External"/><Relationship Id="rId4" Type="http://schemas.microsoft.com/office/2007/relationships/media" Target="https://www.youtube.com/embed/yvPI-4JGdy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Muchas gracias · Hasta luego · Adiós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1 — klik om af te spelen</a:t>
            </a:r>
          </a:p>
        </p:txBody>
      </p:sp>
      <p:pic>
        <p:nvPicPr>
          <p:cNvPr id="29" name="Picture 28" descr="video_poster_U1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4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