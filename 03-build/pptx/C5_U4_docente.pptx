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4 = València (la costa), met Lucía en haar valenciaanse vriendin Bea. Doel: hablar de gustos (gustar/encantar), akkoord gaan of niet (también/tampoco/a mí sí/no) en un plan proponer (querer/poder + infinitivo, quedar). Kernvalstrik meteen benoemen: gustar werkt ómgekeerd — «me gusta la música» = «de muziek bevalt mij»; meervoud → gustaN. Docentdeck = vrije navigatie + oplossing in notities;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Begin bij §1 (gustar) — het hart van de unit. Kruisverwijzing print/HTML: «oefen online — 20 juegos».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de woorden per cluster (ocio/música/sentimientos). Laat raden zónder de NL-gloss. Kernframe «(A mí) me gusta(n)…» meteen inoefenen. Online: flip cards + Memoria de los gustos + Música y cine.</a:t>
            </a:r>
          </a:p>
          <a:p/>
          <a:p>
            <a:r>
              <a:t>— SOLUCIÓN (docent · presenter view) —</a:t>
            </a:r>
          </a:p>
          <a:p>
            <a:r>
              <a:t>🔴 Gustar al revés: me gusta la música = «de muziek bevalt mij». 🔴 Meervoud → gustaN: me gustan los deportes.</a:t>
            </a:r>
          </a:p>
          <a:p>
            <a:r>
              <a:t>Adverbios de frecuencia: siempre · a menudo · a veces · casi nunca · nunca · todos los días.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de omgekeerde constructie fysiek zichtbaar: teken twee pijlen (ik ↔ het ding). gustaN = het meest hardnekkige punt. Elke leerling bouwt «(A mí) me gusta(n)…» met eigen woorden. Kleur nooit als enige drager.</a:t>
            </a:r>
          </a:p>
          <a:p/>
          <a:p>
            <a:r>
              <a:t>— SOLUCIÓN (docent · presenter view) —</a:t>
            </a:r>
          </a:p>
          <a:p>
            <a:r>
              <a:t>Regla: gusta + 1 ding of infinitivo · gustan + meervoud. Idem encanta/encantan. Al revés: het ding is het onderwerp!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eerst kiezen, klik dan. Truc: tel het aantal dingen. Een infinitief telt als 1 → gusta. Online: «¿gusta o gustan?» (classify) + «completa: gusta o gustan» (cloze).</a:t>
            </a:r>
          </a:p>
          <a:p/>
          <a:p>
            <a:r>
              <a:t>— SOLUCIÓN (docent · presenter view) —</a:t>
            </a:r>
          </a:p>
          <a:p>
            <a:r>
              <a:t>gusta = één ding of een infinitivo (bailar, leer…).</a:t>
            </a:r>
          </a:p>
          <a:p>
            <a:r>
              <a:t>gustan = meerdere dingen (los deportes, las series). Tel wat je leuk vindt!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OI (reveal). Coro: klas zegt het woord vóór de klik. Kernidee: me/te/le… = «aan wie», gusta/gustan = «wat». Online: «el pronombre OI» (classify) + «¿me, te, le…?» (cloze).</a:t>
            </a:r>
          </a:p>
          <a:p/>
          <a:p>
            <a:r>
              <a:t>— SOLUCIÓN (docent · presenter view) —</a:t>
            </a:r>
          </a:p>
          <a:p>
            <a:r>
              <a:t>me · te · le · nos · os · les. Het OI-woord verandert per persoon; gusta/gustan hangt af van het DING, niet van de persoon.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reacciones. Twee assen: +/– én akkoord/oneens. Onthul per klik. Snelle klasrespons met kaartjes/handen. Online: «la reacción correcta» (classify) + «el espejo de reacciones» (match).</a:t>
            </a:r>
          </a:p>
          <a:p/>
          <a:p>
            <a:r>
              <a:t>— SOLUCIÓN (docent · presenter view) —</a:t>
            </a:r>
          </a:p>
          <a:p>
            <a:r>
              <a:t>+ akkoord → también · + oneens → a mí no · – akkoord → tampoco · – oneens → a mí sí.</a:t>
            </a:r>
          </a:p>
          <a:p>
            <a:r>
              <a:t>Espejo: eerst kijken of de zin + of – is, dan of je akkoord bent.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reacciones (retrieval). Klas roept de reactie vóór de klik. Daarna in parejas: gustos delen en reageren.</a:t>
            </a:r>
          </a:p>
          <a:p/>
          <a:p>
            <a:r>
              <a:t>— SOLUCIÓN (docent · presenter view) —</a:t>
            </a:r>
          </a:p>
          <a:p>
            <a:r>
              <a:t>Akkoord: + → también · – → tampoco. Oneens zou zijn: + → a mí no · – → a mí 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(lezen→schrijven-keten). Eerst globaal (waarover?), dan scannen. Onthul de antwoorden pas na de klas. Daarna: leerlingen schrijven hun EIGEN perfil (transfer → Tarea Mi playlist).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wat iemand (niet) leuk vindt — niet élk woord begrijpen.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 profiel voor (of TTS op de digitale pagina). Klas noteert gusto + no gusto; onthul per klik. Koppel meteen aan reacties (§2).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«A mí me gusta la música pop, pero no me gusta el deporte.» …</a:t>
            </a:r>
          </a:p>
          <a:p>
            <a:r>
              <a:t>Daarna spreken: leerling reageert (a mí también/tampoco/sí/no) op elk personage.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querer/poder. Onthul rij per rij; laat de klas de vorm voorspellen. De grijze rijen (nosotros/vosotros) = geen stamwissel. Tweede werkwoord = infinitief. Volledige vervoeging = aparte Conjugador-tool. Online: «¿querer o poder?» + verbo-cloze.</a:t>
            </a:r>
          </a:p>
          <a:p/>
          <a:p>
            <a:r>
              <a:t>— SOLUCIÓN (docent · presenter view) —</a:t>
            </a:r>
          </a:p>
          <a:p>
            <a:r>
              <a:t>🔴 De klinker verandert NIET bij nosotros/vosotros (queremos, podemos). 🔴 Het tweede werkwoord blijft infinitief: Quiero IR (niet «quiero voy»).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proponer→aceptar→quedar in rondes met afbouwende steun. Online: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«¿Quieres ir a la playa el sábado? —¡Vale! ¿A qué hora quedamos? —¿Podemos a las once? —De acuerdo.»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 (retrieval). Nakijkfocus: gusta/gustan, OI-woord, porque. Dit voedt de Tarea «Mi playlist».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ocio. Klik onthult; koppel elk woord aan een gustar-zin. Volledige set + audio op de digitale pagina (flip cards + memoria). Adjectief-concordantie kort tonen.</a:t>
            </a:r>
          </a:p>
          <a:p/>
          <a:p>
            <a:r>
              <a:t>— SOLUCIÓN (docent · presenter view) —</a:t>
            </a:r>
          </a:p>
          <a:p>
            <a:r>
              <a:t>Combineer met gustar: Me gusta nadar. · Me gustan las series. · Me encanta la canción porque es divertida.</a:t>
            </a:r>
          </a:p>
          <a:p>
            <a:r>
              <a:t>Adjetivos concuerdan: divertidO / divertidA, aburridO / aburridA. genial e interesante = invariable.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¿por qué?/porque = grote valstrik. Conectoren maken de mening rijker → meteen toepassen in het perfil/de Tarea. Online: «¿por qué o porque?» + «conectores de opinión».</a:t>
            </a:r>
          </a:p>
          <a:p/>
          <a:p>
            <a:r>
              <a:t>— SOLUCIÓN (docent · presenter view) —</a:t>
            </a:r>
          </a:p>
          <a:p>
            <a:r>
              <a:t>🔴 A: ¿por qué? = waarom (twee woorden + tilde) · porque = want/omdat (één woord).</a:t>
            </a:r>
          </a:p>
          <a:p>
            <a:r>
              <a:t>B: y también (+) · pero (tegenstelling) · además (bovendien) · sobre todo (vooral).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Speel eventueel een fragment (rechtenvrij/eigen keuze). Verbind met de klas: welke Spaanstalige artiesten kennen jullie? Bruggetje naar de Tarea Mi playlist.</a:t>
            </a:r>
          </a:p>
          <a:p/>
          <a:p>
            <a:r>
              <a:t>— SOLUCIÓN (docent · presenter view) —</a:t>
            </a:r>
          </a:p>
          <a:p>
            <a:r>
              <a:t>Actividad: schrijf 3 zinnen over jouw favoriete artiest met «me gusta/encanta … porque …».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BANDA SONORA (parel · LPD 5·7). Onthul per kaart een weetje; speel evt. een rechtenvrij fragment/eigen keuze. Escala del gusto = graderen (odio→me encanta) — koppel aan gustar (§1) en reacciones (§2). Online: playlist + LyricsTraining + «La escala del gusto». Bruggetje naar de Tarea «Mi playlist».</a:t>
            </a:r>
          </a:p>
          <a:p/>
          <a:p>
            <a:r>
              <a:t>— SOLUCIÓN (docent · presenter view) —</a:t>
            </a:r>
          </a:p>
          <a:p>
            <a:r>
              <a:t>Actividad: kies twee artiesten en zeg één zin met de escala + porque. Cross: HTML «Banda sonora» + LyricsTraining + recorder.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formuleert de vraag vóór de klik. Daarna klassikale enquête: gustos vragen en rapporteren (A Tom le gusta… / no le gusta…).</a:t>
            </a:r>
          </a:p>
          <a:p/>
          <a:p>
            <a:r>
              <a:t>— SOLUCIÓN (docent · presenter view) —</a:t>
            </a:r>
          </a:p>
          <a:p>
            <a:r>
              <a:t>Vragen over gustos &amp; planes: ¿Qué te gusta…? · ¿Te gusta…? · ¿Por qué…? · ¿Quieres…? · ¿A qué hora…?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Voeg een mini-encuesta + grafiekje toe (gustos van de klas).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gustar (concord) · pronombres OI · también/tampoco · querer/poder + inf. · porque.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(20 spellen). Bruggetje: U5 «¡Ñam!» (CDMX) — cruzamos el charco a México: comida en un restaurante.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9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9" Type="http://schemas.openxmlformats.org/officeDocument/2006/relationships/slide" Target="slide19.xml"/><Relationship Id="rId10" Type="http://schemas.openxmlformats.org/officeDocument/2006/relationships/slide" Target="slide20.xml"/><Relationship Id="rId11" Type="http://schemas.openxmlformats.org/officeDocument/2006/relationships/slide" Target="slide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4 · VALÈNCIA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Me gusta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Hablar de gustos: música, deportes, cine y planes — en València, con Lucía y Bea.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te gusta hacer en tu tiempo libre?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doe je graag in je vrije tijd?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playlist»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371600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371600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447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26464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Me gusta(n)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1920240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gustar/encantar · pronombres OI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5603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4242816" y="1371600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4242816" y="1371600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52544" y="14447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1426464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De acuerdo o 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1920240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también/tampoco · a mí sí/no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25603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8028432" y="1371600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8028432" y="1371600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38160" y="14447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8784" y="1426464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Proponer un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4" y="1920240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querer/poder + inf. · quedar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4" y="25603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457200" y="3090672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457200" y="3090672"/>
            <a:ext cx="36576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928" y="316382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" y="3145536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3639312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perfiles de gustos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" y="4279392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242816" y="3090672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242816" y="3090672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352544" y="316382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73168" y="3145536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ocio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3639312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Rosalía y el ocio joven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07408" y="427939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8028432" y="3090672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8028432" y="3090672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138160" y="316382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♫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58784" y="3145536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Banda sonora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3024" y="3639312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6 artistas · la escala del gusto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93024" y="427939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17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457200" y="4809744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457200" y="4809744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66928" y="48828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4864608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playlist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" y="5358384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playlist + presentarla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" y="5998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4242816" y="4809744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4242816" y="4809744"/>
            <a:ext cx="36576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352544" y="48828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73168" y="4864608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07408" y="5358384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07408" y="5998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ounded Rectangle 56">
            <a:hlinkClick action="ppaction://hlinksldjump" r:id="rId11"/>
          </p:cNvPr>
          <p:cNvSpPr/>
          <p:nvPr/>
        </p:nvSpPr>
        <p:spPr>
          <a:xfrm>
            <a:off x="8028432" y="4809744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>
            <a:hlinkClick action="ppaction://hlinksldjump" r:id="rId11"/>
          </p:cNvPr>
          <p:cNvSpPr/>
          <p:nvPr/>
        </p:nvSpPr>
        <p:spPr>
          <a:xfrm>
            <a:off x="8028432" y="4809744"/>
            <a:ext cx="36576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138160" y="48828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58784" y="4864608"/>
            <a:ext cx="3017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93024" y="5358384"/>
            <a:ext cx="3328416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193024" y="5998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gustos y el ocio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je vrije tijd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me gusta(n)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leuk vinden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fútbol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me encanta(n)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dol zijn 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bailar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deporte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nadar · jugar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música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muziek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escuchar · tocar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canción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liedje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el/la cantante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película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film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serie · el cine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playa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strand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mar · la costa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videojuegos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videospellen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salir con amigos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Opinar: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gusta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(1/inf.)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gustan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(mv.)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encanta(n)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(sterker) ·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No me gusta(n)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(–)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Gustar al revés: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gusta la música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«de muziek bevalt mij».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Meervoud → gustaN: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gustan los deportes.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Adverbios de frecuencia: siempre · a menudo · a veces · casi nunca · nunca · todos los días.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Gustar — al revés («het bevalt mij»)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Het ding is het ONDERWERP; jij bent OI.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E9E74"/>
                </a:solidFill>
                <a:latin typeface="Bricolage Grotesque"/>
              </a:rPr>
              <a:t>A mí </a:t>
            </a:r>
            <a:r>
              <a:rPr sz="2500" b="1" i="0">
                <a:solidFill>
                  <a:srgbClr val="2563EB"/>
                </a:solidFill>
                <a:latin typeface="Bricolage Grotesque"/>
              </a:rPr>
              <a:t>me </a:t>
            </a:r>
            <a:r>
              <a:rPr sz="2500" b="1" i="0">
                <a:solidFill>
                  <a:srgbClr val="EA7317"/>
                </a:solidFill>
                <a:latin typeface="Bricolage Grotesque"/>
              </a:rPr>
              <a:t>gusta </a:t>
            </a:r>
            <a:r>
              <a:rPr sz="2500" b="1" i="0">
                <a:solidFill>
                  <a:srgbClr val="14B8A6"/>
                </a:solidFill>
                <a:latin typeface="Bricolage Grotesque"/>
              </a:rPr>
              <a:t>la música </a:t>
            </a:r>
            <a:r>
              <a:rPr sz="25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500" b="1" i="0">
                <a:solidFill>
                  <a:srgbClr val="2563EB"/>
                </a:solidFill>
                <a:latin typeface="Bricolage Grotesque"/>
              </a:rPr>
              <a:t>me </a:t>
            </a:r>
            <a:r>
              <a:rPr sz="2500" b="1" i="0">
                <a:solidFill>
                  <a:srgbClr val="EA7317"/>
                </a:solidFill>
                <a:latin typeface="Bricolage Grotesque"/>
              </a:rPr>
              <a:t>gustan </a:t>
            </a:r>
            <a:r>
              <a:rPr sz="2500" b="1" i="0">
                <a:solidFill>
                  <a:srgbClr val="14B8A6"/>
                </a:solidFill>
                <a:latin typeface="Bricolage Grotesque"/>
              </a:rPr>
              <a:t>los deportes.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Los pronombres OI — ¿a quién le gusta?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mí) 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el mar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ti) 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¿gusta bailar?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él/ella) 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la playa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nosotros) nos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gustan los conciertos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vosotros)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¿gusta el cine?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ellos) 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la música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gusta + 1 ding of infinitivo · gustan + meervoud. Idem encanta/encantan. Al revés: het ding is het onderwerp!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¿gusta o gustan?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 Eén ding/infinitivo = gusta · meerdere = gustan.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los deportes.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el fútbol.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1 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infinitivo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las series.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la playa.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1 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los videojuegos.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gusta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één ding of een infinitivo (bailar, leer…).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gustan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meerdere dingen (los deportes, las series). Tel wat je leuk vindt!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OI (me/te/le…)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het woord, klik de kaart → het verschijnt. Voor élke persoon een ander OI-woord.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mí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nos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Verduidelijk met «a + persoon»: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A Bea le gusta la playa.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A mis amigos les gustan los conciertos.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me · te · le · nos · os · les.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OI-woord verandert per persoon; gusta/gustan hangt af van het DING, niet van de persoon.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de acuerdo o 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korte reacties. Klik een situatie → de reactie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+ akkoord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«Me gusta.» → A mí también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830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+ oneens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9456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«Me gusta.» → A mí 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2608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6324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– akkoord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7472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«No me gusta.» → A mí tampoco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92608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306324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– oneens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7472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«No me gusta.» → A mí sí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605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tampoco = «ook niet»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(na een negatieve zin), niet «ook». Zeg altijd «a mí», niet «yo».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4" name="Rounded Rectangle 2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7548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+ akkoord → también · + oneens → a mí no · – akkoord → tampoco · – oneens → a mí sí.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Espejo: eerst kijken of de zin + of – is, dan of je akkoord bent.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6268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Reacciona (akkoord)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uitspraak → de juiste akkoord-reactie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gusta el mar.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600200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 el frío.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478024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encanta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3355848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gustan los lunes.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600200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gustan los videojuegos.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478024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 madrugar.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355848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Akkoord: + → también · – → tampoco.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Oneens zou zijn: + → a mí no · – → a mí sí.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perfil de Lucía (playlist)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«¡Hola! Me encanta la música. Mi artista favorita es Rosalía. También me gusta bailar flamenco. Los fines de semana voy a la playa. No me gustan los videojuegos, prefiero salir.»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le encanta a Lucía?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 música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¿Quién es su artista favorita?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Rosalía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le gusta hacer?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Bailar flamenco / ir a la playa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no le gusta?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Los videojuegos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wat iemand (niet) leuk vindt — niet élk woord begrijpen.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gusto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jongeren praten over hun smaak. Klik een naam → wat ze leuk vinden.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la música pop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el deporte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los videojuegos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madrugar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el fútbol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las series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bailar y el cine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el frío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«A mí me gusta la música pop, pero no me gusta el deporte.»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reageert (a mí también/tampoco/sí/no) op elk personage.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Querer / poder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kolomkop → de vormen verschijnen. Let op: e→ie, o→ue (behalve nosotros/vosotros).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544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5544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querer (e→ie)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544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15544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poder (o→ue)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0312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21031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21031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1031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1031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4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260604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260604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260604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260604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10896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51760" y="310896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0" y="310896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310896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10896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61188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51760" y="36118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51760" y="36118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queremos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36118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6118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podemos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11480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411480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11480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queréis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0" y="411480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0" y="411480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podéis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461772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51760" y="46177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51760" y="46177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0" y="46177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46177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5" name="Rounded Rectangle 4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De klinker verandert NIET bij nosotros/vosotros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(queremos, podemos).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Quiero IR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«quiero voy»).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49926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¡Quedamos!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Stel een plan voor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Proponer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¿Quieres ir a…?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Aceptar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¡Vale! / De acuerdo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Preguntar la hora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¿A qué hora quedamos?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Confirmar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Quedamos a las…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Alternativa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¿Por qué no…? / ¿Podemos…?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Cierre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¡Hasta el sábado!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 plan.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49336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propón un plan»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«¿Quieres ir a la playa el sábado? —¡Vale! ¿A qué hora quedamos? —¿Podemos a las once? —De acuerdo.»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perfil de gustos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jouw smaak.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me gusta(n) 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me encanta(n) 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 me gusta 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porque … (una razón)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conector: y también / pero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plan: quiero / quedar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encanta la música, sobre todo el pop, y me gustan los deportes. No me gusta el fútbol porque es aburrido. El sábado quiero ir a la playa.»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Deportes, música y sentimientos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nadar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zwemmen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bailar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dansen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jugar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spelen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lezen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canción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het liedje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película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film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serie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serie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el/la cantante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zanger(es)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divertido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leuk/grappig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aburrido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saai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genial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geweldig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relajante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ontspannend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gustar: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 gusta nadar. · Me gustan las series. · Me encanta la canción porque es divertida.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Adjetivos concuerdan: divertidO / divertidA, aburridO / aburridA. genial e interesante = invariable.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¿por qué? / porque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om je mening te geven.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¿por qué? o porque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gusta el mar?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83080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qué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gusta ___ es relajante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41448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no quieres ir?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099816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qué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 puedo ___ trabajo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758184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conectores: y también · pero · además · sobre todo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el cine, ___ no las series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tegenstelling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nadar ___ bailar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también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toevoegen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divertido; ___, es barato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además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bovendien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la música, ___ el pop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sobre todo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vooral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¿por qué? = waarom (twee woorden + tilde) · porque = want/omdat (één woord).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y también (+) · pero (tegenstelling) · además (bovendien) · sobre todo (vooral).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Rosalía y el ocio joven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música une al mundo hispano.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🎵 Rosalía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Cantante de Barcelona. Mezcla flamenco con pop y reguetón. Álbumes: El mal querer, Motomami. Canta en español.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puente entre tradición y las listas de hoy.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🏖️ El ocio joven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Salir con amigos, escuchar música, ver series, hacer deporte, ir a la playa. Muziek &amp; samen zijn staan centraal.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En València: las Fallas, la paella y la horchata.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🌍 El español suena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Rosalía, Bad Bunny, Shakira, Karol G… en el top mundial. El español es de los idiomas más escuchados.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Muziek = de leukste manier om te oefenen.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jouw favoriete artiest met «me gusta/encanta … porque 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BANDA SONORA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Seis artistas del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La playlist de la clase. Klik een kaart → een weetje. Casi todos cantan de lo que te gusta.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17904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Rosalía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🇪🇸 flamenco-pop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65376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La Perla · Motomami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76272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Barcelona. Mezcla flamenco con pop y reguetón. Canta en español.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463040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517904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Karol G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🇨🇴 reguetón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1865376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TQG · Provenza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2176272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Medellín, reina del reguetón. Su pelo naranja es su marca.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1463040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517904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Bad Bunny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🇵🇷 urbano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65376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Tití me preguntó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176272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Puerto Rico. El artista más escuchado del planeta.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08376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063240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Shakira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🇨🇴 pop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410712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Waka Waka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721608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Barranquilla. Leyenda mundial; canta en español e inglés.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3008376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16552" y="3063240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Feid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🇨🇴 reguetón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3410712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Ferxxo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2" y="3721608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Medellín, siempre de verde. Neo perreo. Colabora con Karol 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01584" y="3008376"/>
            <a:ext cx="3703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3063240"/>
            <a:ext cx="34290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Quevedo  </a:t>
            </a:r>
            <a:r>
              <a:rPr sz="950" b="0" i="0">
                <a:solidFill>
                  <a:srgbClr val="6A6E78"/>
                </a:solidFill>
                <a:latin typeface="Inter"/>
              </a:rPr>
              <a:t>🇪🇸 urbano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3410712"/>
            <a:ext cx="3429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E9E74"/>
                </a:solidFill>
                <a:latin typeface="Inter"/>
              </a:rPr>
              <a:t>🎵 Bzrp #52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3721608"/>
            <a:ext cx="34290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las Islas Canarias. Éxito mundial con Bizarrap.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🎚️ La escala del gusto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(de Rosalía «La Perla»): de «odio» a «me encanta».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DC2626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odio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ik haat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B7860B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no me gusta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niet leuk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2FA8A0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me gusta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leuk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61120" y="489204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15735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0" y="4892040"/>
            <a:ext cx="2743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me encanta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Inter"/>
              </a:rPr>
              <a:t>geweldig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kies twee artiesten en zeg één zin met de escala + porque. Cross: HTML «Banda sonora» + LyricsTraining + recorder.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55412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gusta nadar.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¿Qué te gusta hacer?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No, no me gusta.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¿Te gusta el fútbol?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Porque canta muy bien.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¿Por qué te gusta Rosalía?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¡Vale! ¿A qué hora?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¿Quieres ir a la playa?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las once.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quedamos?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Sí, puedo por la tarde.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¿Puedes quedar el sábado?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Vragen over gustos &amp; planes: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te gusta…? · ¿Te gusta…? · ¿Por qué…? · ¿Quieres…? · ¿A qué hora…?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🎧 Tarea final · Mi playlist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persoonlijke playlist: canciones + por qué + qué sientes, en presenteer ze.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4 canciones/artistas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que te gustan o te encantan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la playlist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canción · por qué (porque…) · qué sientes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gustar/encantar + porque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Presenta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 sus gustos y reacciona (también/tampoco/sí/no)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items + una razón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gusta/gustan + encanta(n)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porque + conectores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presentar + reaccionar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 smaak delen &amp; motiveren · situatie muziekavond in València · resultaat: playlist + presentatie.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___ los deportes.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gustan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(persoon) → pronombre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querer, yo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quiero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poder, 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podemos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«Me gusta.» akkoord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«No me gusta.» akkoord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waarom (vraag)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¿por qué?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Quiero ___ a la playa.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ir (infinitivo)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gustar (concord) · pronombres OI · también/tampoco · querer/poder + inf. · porque.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Gustar (al revés): me/te/le/nos/os/les + gusta (1/inf.) · gustan (mv.). Idem encanta(n).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Reacciones: + akkoord también · + oneens a mí no · – akkoord tampoco · – oneens a mí sí.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Proponer: querer (e→ie) / poder (o→ue) + infinitivo · quedar (afspreken).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Opinar: ¿por qué? → porque + conectoren (y también · pero · además · sobre todo).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gustar = «bevalt mij» · gustaN bij mv. · tampoco = ook niet · nosotros/vosotros zonder stamwissel.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zeggen wat ik leuk vind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OI-woorden (me/te/le…)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akkoord/oneens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plan voorstellen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mening motiveren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U4 «Me gusta»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gustar + pronombres 12' · también/tampoco 8' · querer/poder + quedar 10' · lectura/escucha 8' · cultura 4' · Tarea-briefing 6'.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gustar al revés (het ding = onderwerp) · gustaN bij meervoud · tampoco = ook niet · «a mí», niet «yo» · querer/poder zónder wissel bij nosotros/vosotros · 2e ww = infinitief · ¿por qué? ≠ porque.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Sterker: encantar + conectoren + eigen playlist toelichten. Zwakker: gusta/gustan-kaart en OI-tabel langer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20 spellen + flip cards + klikbare kaart + recorder (Hablar) + Lectura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«Mi playlist» met rúbrica (4 criteria). LPD 3·4·7·8 + 5 (cultura) + 1·2 (receptief).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