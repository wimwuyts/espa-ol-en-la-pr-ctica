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U6 = de onvoltooid verleden tijd. Kerngrammatica: imperfecto (era/iba/veía) + contraste indef./imperf. + comparativos. Parada 6 = Cusco (Nina). Kernvalstrikken: imperfecto = achtergrond/gewoonte ≠ indefinido (feit) · accent op -ía · mejor/peor (niet «más bueno»). Docentdeck = oplossing; leerlingdeck (.pptx, F5) = klik onthult.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Kern = §2 imperfecto + §3 contraste. Kruisverwijzing: «oefen online — 12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jeugdwoorden raden. Online: memoria de la infancia + antes/ahora.</a:t>
            </a:r>
          </a:p>
          <a:p/>
          <a:p>
            <a:r>
              <a:t>— SOLUCIÓN (docent · presenter view) —</a:t>
            </a:r>
          </a:p>
          <a:p>
            <a:r>
              <a:t>Antes ↔ ahora: antes ↔ ahora · ya no ↔ todavía. Echo de menos = ik mis. Me acuerdo de = ik herinner me.</a:t>
            </a:r>
          </a:p>
          <a:p>
            <a:r>
              <a:t>Infancia: el recuerdo, el juguete, jugar, soñar, pasarlo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imperfecto. Toon raíz + uitgang. Online: completa el imperfecto (cloze) + imperfecto Tetris.</a:t>
            </a:r>
          </a:p>
          <a:p/>
          <a:p>
            <a:r>
              <a:t>— SOLUCIÓN (docent · presenter view) —</a:t>
            </a:r>
          </a:p>
          <a:p>
            <a:r>
              <a:t>Regla: yo = él/ella (jugaba, comía). Slechts 3 irregulares: era · iba · veía. Accent op -ía. Markers: siempre, a menudo.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imperfecto (retrieval). Klas roept vóór de klik. Online: cloze el imperfecto.</a:t>
            </a:r>
          </a:p>
          <a:p/>
          <a:p>
            <a:r>
              <a:t>— SOLUCIÓN (docent · presenter view) —</a:t>
            </a:r>
          </a:p>
          <a:p>
            <a:r>
              <a:t>Truc: -ar → aba · -er/-ir → ía · era/iba/veía. yo = él/ella.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contraste (kernpunt A2). Coro vóór de klik. Online: ¿indefinido o imperfecto? (classify).</a:t>
            </a:r>
          </a:p>
          <a:p/>
          <a:p>
            <a:r>
              <a:t>— SOLUCIÓN (docent · presenter view) —</a:t>
            </a:r>
          </a:p>
          <a:p>
            <a:r>
              <a:t>Vaak samen: Jugaba (imperf. = achtergrond) cuando, de repente, empezó (indef. = gebeurtenis) a llover.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comparativos. Toon de balk (más/menos/tan). Online: ¿más, menos o tan? (classify).</a:t>
            </a:r>
          </a:p>
          <a:p/>
          <a:p>
            <a:r>
              <a:t>— SOLUCIÓN (docent · presenter view) —</a:t>
            </a:r>
          </a:p>
          <a:p>
            <a:r>
              <a:t>Regla: más/menos + adj + que · tan + adj + como. 🔴 mejor (niet «más bueno») · mayor/menor voor personen.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comparativos (retrieval). Online: ¿más, menos o tan? (classify).</a:t>
            </a:r>
          </a:p>
          <a:p/>
          <a:p>
            <a:r>
              <a:t>— SOLUCIÓN (docent · presenter view) —</a:t>
            </a:r>
          </a:p>
          <a:p>
            <a:r>
              <a:t>Irregulares: mejor · peor · mayor · menor. Nooit «más bueno/malo».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(lezen→schrijven). Eerst globaal, dan scannen. Daarna: eigen jeugd met het imperfecto.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het imperfecto (era, tenía…) + una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voor (of TTS); klas noteert. Online: ¿cómo era tu infancia? (audio).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«De pequeña vivía en un pueblo. Tenía un perro y jugaba en la calle. Todo era más tranquilo.» </a:t>
            </a:r>
          </a:p>
          <a:p>
            <a:r>
              <a:t>Daarna: A vertelt zijn jeugd, B vergelijkt (info-gap).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relativo que/donde + antes/ahora. Online: que/donde in de cloze/order.</a:t>
            </a:r>
          </a:p>
          <a:p/>
          <a:p>
            <a:r>
              <a:t>— SOLUCIÓN (docent · presenter view) —</a:t>
            </a:r>
          </a:p>
          <a:p>
            <a:r>
              <a:t>Relativo: que = die/dat · donde = waar. «El niño que jugaba en el patio era yo.»</a:t>
            </a:r>
          </a:p>
          <a:p>
            <a:r>
              <a:t>Antes ↔ ahora: en cambio, mientras, sin embargo (conectores de contraste).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(retrieval). Door elkaar. Online: cloze + imperfecto Tetris.</a:t>
            </a:r>
          </a:p>
          <a:p/>
          <a:p>
            <a:r>
              <a:t>— SOLUCIÓN (docent · presenter view) —</a:t>
            </a:r>
          </a:p>
          <a:p>
            <a:r>
              <a:t>Alles komt terug: imperfecto (era/iba/veía) · contraste · comparativos · que/donde.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(mi infancia + antes/ahora).</a:t>
            </a:r>
          </a:p>
          <a:p/>
          <a:p>
            <a:r>
              <a:t>— SOLUCIÓN (docent · presenter view) —</a:t>
            </a:r>
          </a:p>
          <a:p>
            <a:r>
              <a:t>Modelo: «De pequeño vivía en un pueblo. Tenía un perro y jugaba en la calle. Un día llegó mi tío con una bici. Antes todo era más tranquilo que ahora.»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schrijven. Nakijkfocus: imperfecto, contraste, comparación, opinión. Voedt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antes/ahora. Klik onthult. Online: antes y ahora (memory) + señala.</a:t>
            </a:r>
          </a:p>
          <a:p/>
          <a:p>
            <a:r>
              <a:t>— SOLUCIÓN (docent · presenter view) —</a:t>
            </a:r>
          </a:p>
          <a:p>
            <a:r>
              <a:t>Markers → imperfecto: siempre · a menudo · todos los días (gewoonte). De repente → indefinido.</a:t>
            </a:r>
          </a:p>
          <a:p>
            <a:r>
              <a:t>Contrast: antes ↔ ahora · ya no ↔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Accent -ía + contrast-connectoren.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-er/-ir in het imperfecto dragen altijd accent op í: tenía, vivía, comíamos, veía.</a:t>
            </a:r>
          </a:p>
          <a:p>
            <a:r>
              <a:t>B: antes… en cambio, ahora… · mientras (terwijl, gelijktijdig) · sin embargo (echter).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(LPD 5). Onthul per kaart. Bruggetje: La Ruta parada 6 = Perú (★, familia). Online: klik op Perú op de kaart.</a:t>
            </a:r>
          </a:p>
          <a:p/>
          <a:p>
            <a:r>
              <a:t>— SOLUCIÓN (docent · presenter view) —</a:t>
            </a:r>
          </a:p>
          <a:p>
            <a:r>
              <a:t>Actividad: ¿a qué jugabas de pequeño/a? Compara con los juegos hispanos (imperfecto + más… 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imperfecto · contraste indef/imperf · comparativos · que/donde.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online. Bruggetje: U7 «¡Opina y cuídate!» — imperativo + mening/argumentatie (Costa Rica, salud/milieu).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5679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CUSCO 🇵🇪 · CUANDO ERA PEQUEÑO 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Cuando era pequeño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Recuerdos: el imperfecto (era, jugaba) · contraste · comparativos.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¿Cómo era tu vida de pequeño/a?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Hoe was je leven toen je klein was?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6: Cusco (Nina)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3" name="Picture 12" descr="va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5" name="Picture 14" descr="mat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Mateo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BsAs 🇦🇷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«Cuando era pequeño/a»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La infancia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recuerdos · escuela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El imperfecto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era · tenía · jugaba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Contraste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indef. ↔ imperf.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Comparativos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más/menos … 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Que / donde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relativo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pueblo de mi abuela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infancia hispana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Mi infancia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recuerdo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infancia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jeugd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 pequeño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als kind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recuerdo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juguete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speelgoed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jugar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escuela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patio, el recreo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maestra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juf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compañero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los abuelos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grootouders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pueblo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mascota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huisdier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cuidar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antes ↔ ahora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vroeger ↔ nu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ya no / todavía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 menudo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vaak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siempre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Markers → imperfecto: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siempre · a menudo · todos los días · antes (gewoonte, achtergrond).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Antes ↔ ahora: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antes ↔ ahora · ya no ↔ todavía. Echo de menos = ik mis. Me acuerdo de = ik herinner 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Infancia: el recuerdo, el juguete, jugar, soñar, pasarlo bien.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imperfecto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-aba · -er/-ir → -ía. Voor gewoontes en beschrijving.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7C3AED"/>
                </a:solidFill>
                <a:latin typeface="Bricolage Grotesque"/>
              </a:rPr>
              <a:t>De pequeña </a:t>
            </a:r>
            <a:r>
              <a:rPr sz="2100" b="1" i="0">
                <a:solidFill>
                  <a:srgbClr val="2563EB"/>
                </a:solidFill>
                <a:latin typeface="Bricolage Grotesque"/>
              </a:rPr>
              <a:t>Nina </a:t>
            </a:r>
            <a:r>
              <a:rPr sz="2100" b="1" i="0">
                <a:solidFill>
                  <a:srgbClr val="EA7317"/>
                </a:solidFill>
                <a:latin typeface="Bricolage Grotesque"/>
              </a:rPr>
              <a:t>vivía </a:t>
            </a:r>
            <a:r>
              <a:rPr sz="2100" b="1" i="0">
                <a:solidFill>
                  <a:srgbClr val="64748B"/>
                </a:solidFill>
                <a:latin typeface="Bricolage Grotesque"/>
              </a:rPr>
              <a:t>en un pueblo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terminaciones (+ 3 irregulares)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-ar → aba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jugaba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-er/-ir → 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comía / vivía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nos. -ábamos/-íamos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jugábamos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ser → 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era/eras/era…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ir → iba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iba/ibas/iba…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ver → veía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veía/veías…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yo = él/ella (jugaba, comía). Slechts 3 irregulares: era · iba · veía. Accent op -ía. Markers: siempre, a menudo.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imperfecto?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Nina ___ (vivir) en un pueblo.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vivía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(Ella) ___ (ser) tímida.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Todos los días ___ (ir).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(jugar) en el patio.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jugaba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(ver) dibujos.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veía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(comer) en casa.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comíamos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aba · -er/-ir → ía · era/iba/veía. yo = él/ella.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Contraste — indefinido ↔ imperfecto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tijd. imperfecto = fondo · indefinido = acción.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Era de noche (decor)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Sonó el teléfono (feit)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Siempre jugaba (gewoonte)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llegó (feit)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Tenía cinco años (beschr.)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repente empezó (feit)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Vaak samen: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Jugaba (imperf. = achtergrond) cuando, de repente, empezó (indef. = gebeurtenis) a llover.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Comparativos + 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más/menos … que · tan … como · irr. mejor/peor/mayor/menor.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El pueblo era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más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tranquilo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que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la ciudad.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más …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más alto 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menos … 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menos caro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tan … como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tan alto como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mejor / peor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beter / slechter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mayor / menor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ouder / jonger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el/la más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meeste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2" name="Rounded Rectangle 4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más/menos + adj + que · tan + adj + como. 🔴 mejor (niet «más bueno») · mayor/menor voor personen.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optie.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ciudad es ___ grande ___ el pueblo. (groter)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…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___ alto ___ yo. (even)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tan … como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malo → comparativo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peor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(viejo) es ___ que yo.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mayor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(joven) ___ que mi primo.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menor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Irregulares: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mejor · peor · mayor · menor. Nooit «más bueno/malo».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infancias — «El pueblo de mi abuela»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«De pequeña vivía en un pueblo cerca de Cusco. La casa de mi abuela era de adobe y tenía un patio. Iba a la escuela a pie. Había menos coches y todo era más tranquilo que ahora.»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«Yo crecí en la ciudad. De niño veía mucha tele y jugaba a videojuegos. Mi barrio era más ruidoso que el de Nina. Un día gané un concurso de dibujo.»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vivía Nina?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un pueblo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era todo (Nina)?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Más tranquilo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creció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la ciudad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ganó Diego un día?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 concurso de dibujo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imperfecto (era, tenía…) + una comparación.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era tu infancia?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verhaal.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¿Dónde vivía?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En un pueblo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tenía?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Un perro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hacía?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Jugaba en la calle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¿Cómo era?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Todo más tranquilo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«De pequeña vivía en un pueblo. Tenía un perro y jugaba en la calle. Todo era más tranquilo.»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vertelt zijn jeugd, B vergelijkt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frase con que / donde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Verbind twee zinnen.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die/dat (persoon/ding)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waar (plaats)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donde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 niño ___ jugaba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La casa ___ vivía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donde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vroeger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ahora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niet meer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ya 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nog steeds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todavía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Relativo: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que = die/dat · donde = waar. «El niño que jugaba en el patio era yo.»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Antes ↔ ahora: en cambio, mientras, sin embargo (conectores de contraste).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Imperfecto + contraste + 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antwoord.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 → imperfecto (él)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→ imperfecto (yo)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___ (llegar)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«groter dan»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grande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niño ___ jugaba era yo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imperfecto (era/iba/veía) · contraste · comparativos · que/donde.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Cuenta cómo era tu infancia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 vivías?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Vivía en…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tenías?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Tenía…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hacías?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Jugaba / iba…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día…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Un día, de repente…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Antes ↔ ahora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Antes era más… que ahora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Creo que antes…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586983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infancia / antes y ahora»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«De pequeño vivía en un pueblo. Tenía un perro y jugaba en la calle. Un día llegó mi tío con una bici. Antes todo era más tranquilo que ahora.»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Cuando era pequeño/a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jeugdherinnering.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recuerdo: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cómo era todo (imperfecto)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día especial (indefinido)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contraste (era… cuando… pasó)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comparación (más/menos que)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antes…)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«De pequeña vivía en un pueblo. Tenía un perro y jugaba en la calle. Un día, de repente, empezó a llover y corrimos a casa. Antes todo era más tranquilo. Creo que era una época feliz.»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Antes y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vroeger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ya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niet meer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todavía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nog steeds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siempre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altijd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 menudo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vaak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de repente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plots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época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tijd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echar de menos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missen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feliz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gelukkig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tranquilo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rustig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diferente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anders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Markers → imperfecto: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siempre · a menudo · todos los días (gewoonte). De repente → indefinido.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Contrast: antes ↔ ahora · ya no ↔ todavía.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-ía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contrast.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el acento en -ía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tenia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tenía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vivia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comiamos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comíamos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jugabamos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jugábamos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 contraste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 cambio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daarentegen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mientras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terwijl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sin embargo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echter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maar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-er/-ir in het imperfecto dragen altijd accent op í: tenía, vivía, comíamos, veía.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antes… en cambio, ahora… · mientras (terwijl, gelijktijdig) · sin embargo (echter).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6: CUSCO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infancia en 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Quinceañera, juegos y abuelos.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🎉 La quinceañera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veel Latijns-Amerikaanse landen viert een meisje haar 15de verjaardag met een groot feest: de quinceañera. Overgang van kind naar jongvolwassene.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rito de paso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🪀 Los juegos tradicionales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Vroeger speelden kinderen la rayuela (hinkelen), el trompo (tol) en las canicas (knikkers) op straat. Nina «jugaba» ze in het dorp.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en la calle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👵 Los abuelos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de hispanofoon spelen de abuelos een grote rol: ze passen op, vertellen verhalen en geven de traditie door. «Iba a casa de mi abuela».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extensa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¿a qué jugabas de pequeño/a? Compara con los juegos hispanos (imperfecto + más… que).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🧸 Tarea final · Cuando era pequeño/a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recuerdo con el imperfecto, un contraste y una comparación.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Describe cómo era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«De pequeño/a vivía… tenía… jugaba…»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un día especial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«Un día, de repente,…» (indefinido)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Compara antes ↔ 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«Antes era más… que ahora»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antes era…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imperfecto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 contraste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jeugd delen · situatie een herinnering · resultaat: recuerdo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jugar → imperfecto (yo)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jugaba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 → imperfecto (él)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→ imperfecto (yo)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___ (llegar)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«groter dan»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grande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«nog steeds»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todavía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niño ___ jugaba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imperfecto · contraste indef/imperf · comparativos · que/donde.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Imperfecto: -ar → aba/abas/aba/ábamos/abais/aban · -er/-ir → ía/ías/ía/íamos/íais/ían.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Sólo 3 irregulares: ser → era · ir → iba · ver → veía.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Contraste: imperfecto = achtergrond/gewoonte (era, jugaba) · indefinido = gebeurtenis (llegó).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Comparativos: más/menos … que · tan … como · irr. mejor/peor/mayor/menor.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accent op -ía (tenía) · imperf. ≠ indef. · mejor (niet «más bueno»).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mijn jeugd praten (recuerdos)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imperfecto vormen (era, tenía, jugaba)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contrast indef/imperf gebruiken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vergelijken met más/menos/tan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zinnen koppelen met que/donde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TEACHER_NOTES · U6 «Cuando era pequeño»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infancia 6' · imperfecto 12' · contraste 8' · comparativos 8' · que/escucha 6'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imperfecto = achtergrond/gewoonte (siempre, era) ≠ indefinido (un día, feit) · accent op -ía (tenía) · slechts 3 irr (era/iba/veía) · comparativos irr (mejor/peor/mayor/menor, niet «más bueno»).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 jeugdverhaal + contraste + comparación + una opinión. Zwakker: imperfecto-tabel + contrast-beslisboom langer open, frames houden; comparativos met vaste voorbeeldparen.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12 spellen + flip cards + gramática interactiva (imperfecto · contraste · comparativos) + recorder (mi infancia · antes/ahora) + Lectura (Nina/Diego) + klikbare kaart (Perú ★, familia)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«Cuando era pequeño/a» met rúbrica (4 criteria). LPD (III-Spa-d): infancia 7 · imperfecto/contraste/comparativos 8 · beschrijven 3 · interactie 4 · lezen 1·2·5 · cultuur 5. Sluit de verleden-tijdenboog (U4–U6).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