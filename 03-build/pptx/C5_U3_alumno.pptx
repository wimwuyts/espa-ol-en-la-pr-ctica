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5.xml"/><Relationship Id="rId4" Type="http://schemas.openxmlformats.org/officeDocument/2006/relationships/slide" Target="slide8.xml"/><Relationship Id="rId5" Type="http://schemas.openxmlformats.org/officeDocument/2006/relationships/slide" Target="slide15.xml"/><Relationship Id="rId6" Type="http://schemas.openxmlformats.org/officeDocument/2006/relationships/slide" Target="slide11.xml"/><Relationship Id="rId7" Type="http://schemas.openxmlformats.org/officeDocument/2006/relationships/slide" Target="slide19.xml"/><Relationship Id="rId8" Type="http://schemas.openxmlformats.org/officeDocument/2006/relationships/slide" Target="slide20.xml"/><Relationship Id="rId9" Type="http://schemas.openxmlformats.org/officeDocument/2006/relationships/slide" Target="slide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3 · BARCELONA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El tiempo vuela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37744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hora · la rutina · el presente irregular — en Barcelona, con Lucía y Pau.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97180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hora es… y qué haces cada día?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laat is het… en wat doe je elke dag?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«Un día en mi vida»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hora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hora es? · y media · ¿a qué hora?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Mi rutina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verbos reflexivos · me/te/se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5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irregular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o→ue · e→ie · e→i · hacer/ir/salir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8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Frecuencia + tiempo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siempre/nunca · días · meses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15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día de Pau · la hora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Un día en mi vida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vlog/tekst + presentarlo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hora 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klok → de tijd verschijnt. Es la UNA (1u) · Son LAS dos… (≥2u).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la una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59152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2:30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359152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dos y media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63824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3:15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163824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tres y cuarto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554480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4:45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1554480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cinco menos cuarto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359152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6:00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359152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seis en punto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163824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9:20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163824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nueve y veinte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Es la una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(enkelvoud, alléén 1 uur) ·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Son las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dos, tres… (meervoud, vanaf 2 uur).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y media / y cuarto (tot half) · menos cuarto (na half) · en punto (precies) · a las … de la mañana/tarde/noche.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rutina — la frase con color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Reflexief pronomen (paars/oranje) vóór het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me levanto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a las siete,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me ducho </a:t>
            </a:r>
            <a:r>
              <a:rPr sz="24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empiezo </a:t>
            </a:r>
            <a:r>
              <a:rPr sz="2400" b="1" i="0">
                <a:solidFill>
                  <a:srgbClr val="14B8A6"/>
                </a:solidFill>
                <a:latin typeface="Bricolage Grotesque"/>
              </a:rPr>
              <a:t>en el instituto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a las nueve.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cuenta tu día: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despierto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329184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levanto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968496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ducho / me visto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645152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acción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Desayuno / almuerzo / ceno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329184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hora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Voy / salgo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3968496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lugar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acuesto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4645152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«Me despierto a las siete, me ducho, desayuno y salgo de casa a las ocho. Por la tarde hago los deberes.»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Verbos reflexivos (me/te/se)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het pronombre + de vorm, klik de kaart. Pronomen vóór het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 levantas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se levanta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nos levantamos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os levantáis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se levantan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92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Het pronombre staat VÓÓR het werkwoord: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levanto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«levanto me»). Het werkwoord vervoeg je gewoon.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me/te/se/nos/os/se — past bij de persoon. Zo ook: me ducho, se acuesta (o→ue), me visto (e→i).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9011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¿Reflexivo o 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werkwoord → reflexief of niet? Let op het pronombre.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levantarse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54480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desayunar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59152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desayuno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ducharse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63824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ducho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cenar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554480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ceno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acostarse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359152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acuesto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hacer los deberes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163824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hago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Reflexivo = una acción sobre ti mismo (me/te/se):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levantarse, ducharse, vestirse, acostarse, despertarse, peinarse, lavarse.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Presente irregular · o → 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De vocal wordt UE… behalve nosotros/vosotros («la bota»).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poder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dormir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volver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podemos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dormimos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volvemos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podéis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dormís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volvéis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vocal o→ue in álle vormen BEHALVE nosotros/vosotros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(podemos, dormimos). Zo ook: acostarse→me acuesto, almorzar→almuerzo, jugar→juego (u→ue).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Presente irregular · e→ie y e→i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Zelfde «bota». Klik een cel → de vorm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empezar (e→ie)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querer (e→ie)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pedir (e→i)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empezamos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queremos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pedimos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empezáis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queréis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pedís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e→ie (empiezo, quiero, prefiero, me despierto) · e→i (pido, me visto, sirvo).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Nosotros/vosotros: geen wissel (empezamos, pedimos).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hacer · ir · salir — el «yo» especial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De verrassing zit in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salir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salgo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salimos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hacéis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salís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🟡 hago · salgo krijgen -g- in de yo-vorm; ir is helemaal apart (voy, vas, va…).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rest is regelmatig.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Cuenta tu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dag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Empiezo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levanto a las 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Mañana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ducho / me visto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Mediodía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Almuerzo a las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Tarde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Hago los deberes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Ceno / me acuesto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Frecuencia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Siempre / a veces / nunca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→ terugluisteren.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31561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«Carrusel: mi día»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«Me levanto a las siete, me ducho y desayuno. Empiezo el insti a las nueve. Por la tarde juego al fútbol. A veces ceno tarde.»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día de Pau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303520" cy="40233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1783080"/>
            <a:ext cx="3749039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«Me despierto a las siete y me levanto enseguida. Me ducho, me visto y desayuno. Salgo de casa a las ocho y voy al instituto en metro. Las clases empiezan a las nueve. Al mediodía almuerzo con mis amigos. Por la tarde hago los deberes y juego al fútbol. Ceno a las nueve y me acuesto a las once.»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554480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600200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se despierta Pau?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920240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siete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359152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2404872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¿Cómo va al instituto?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24912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metro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163824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3209544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empiezan las clases?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529584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nueve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968496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4014216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¿Qué hace por la tarde?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334256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Los deberes y juega al fútbol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4773168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4818888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se acuesta?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5138928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once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5623560"/>
            <a:ext cx="576072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Daarna: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leerlingen maken hun EIGEN horario (transfer → Tarea).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0760" y="5495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momenten van de dag. Klik een kaart → hora + acción.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mañana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7:00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 levanto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Al mediodía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14:30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almuerzo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tarde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17:00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hago los deberes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noche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23:00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 acuesto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«Por la mañana, a las siete, me levanto.»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 la mañana/tarde/noche = concreet uur · por la mañana/tarde/noche = dagdeel (geen uur).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en mi vida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6 zinnen over jouw dag.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hora (es la / son las…)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verbo reflexivo (me levanto…)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verbo irregular (empiezo…)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(primero, después…)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frecuencia (siempre, a veces)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mañana + tarde + noche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11480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160520"/>
            <a:ext cx="521208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«Normalmente me levanto a las siete, me ducho y desayuno. Empiezo el insti a las nueve. Por la tarde hago los deberes y a veces juego al fútbol. Me acuesto a las once.»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temporales y tildes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gereedschappen om je dag te vertellen.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conectores temporales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me levanto.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Primero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eerst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desayuno.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Después / Luego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daarna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hago los deberes.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Más tarde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later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me acuesto.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Por fin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ten slotte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pon la tilde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miercoles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miércoles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sabado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sábado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despues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después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¿que hora 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¿qué hora es?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primero → después/luego → más tarde → por fin. 🔴 «dan» = después/luego, niet «entonces».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veel tijdwoorden dragen een tilde: miércoles, sábado, después, mediodía; vraagwoorden altijd (¿qué?).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Frecuencia + días, meses y estaciones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betekenis/plaats. Días y meses met kleine letter!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Escala de frecuencia (100% → 0%):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siempre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40864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normalmente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528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a menudo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a veces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casi nunca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0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nunca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468880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468880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lunes … domingo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468880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los 7 días (klein!)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468880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enero … diciembre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468880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los 12 meses (klein!)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364992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364992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primavera · verano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364992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otoño · invierno = las estaciones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64992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364992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fin de semana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3364992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todos los días · una vez por semana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5262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días/meses = kleine letter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(lunes, enero) — anders dan landen/steden (Barcelona).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«op maandag» = el lunes · «elke maandag» = los lunes. Frecuentie meestal vóór het werkwoord.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3982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Di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uur — welke zin? Klik → de zin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600200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la una.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78024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2:30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478024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dos y media.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55848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7:45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355848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ocho menos cuarto.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600200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6:15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1600200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seis y cuarto.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478024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12:00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478024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doce (mediodía).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355848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9:00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355848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nueve en punto.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(tot half) · menos (na half) · en punto (precies).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 la una (1u) / Son las… (≥2u).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horario español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weetje. In España eet en cena men later dan in België.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🍽️ Las comidas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desayuno (~8h) · comida/almuerzo (~14–15h, ¡la principal!) · merienda (~18h) · cena (~21–22h).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 België: eten rond 12h en 18h — een paar uur vroeger.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🏫 El instituto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Van ~8:30 tot ~14:30, soms met pauze. Namiddag: deberes, deporte, amigos.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Ander ritme dan een lange schooldag.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😴 La siesta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Meer mito dan realidad: weinigen doen echt siesta, vooral mayores. De cultuur eet gewoon later.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Vergelijk met je eigen dagritme in Bélgica.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vergelijk: ¿a qué hora comes y cenas TÚ en Bélgica? Schrijf jouw «horario español».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 · CONJUGA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Conjuga el presente irregular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juiste vorm. Let op de «bota» en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empezar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empiezo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· empezar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empezamos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Pau · dormir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duerme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hacer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hago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tú · querer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quieres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voy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ellos · pedir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piden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salir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salgo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Nosotros = geen wissel (empezamos). Yo speciaal bij hacer/salir/ir (hago/salgo/voy).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Alle vormen nagerekend via de motor-generator.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✈ Tarea final · Un día en mi vida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vlog of tekst met horario over een dag uit je leven.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Haz tu horario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uren van jouw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día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6–8 frases: hora + reflexivos + presente irregular + conectores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 la frecuencia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siempre · a veces · nunca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la clase of vlog/audio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su día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la hora correct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reflexivos (me/te/se)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presente irregular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conectores + frecuencia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 dag vertellen · situatie een dag in Barcelona · resultaat: horario + vlog/tekst.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1:00 (frase)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la una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levantarse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me levanto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poder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puedo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· empezar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empezamos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hacer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hago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0% frecuencia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nunca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«dan/daarna»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después / luego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día con tilde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miércoles / sábado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 hora · reflexivos · presente irregular · frecuencia · conectores · tildes.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 hora: Es la una · Son las dos… · y media/cuarto · menos cuarto · en punto · ¿a qué hora? a las…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Reflexivos: me/te/se/nos/os/se + verbo (me levanto). Pronombre vóór het werkwoord.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Presente irregular: o→ue (puedo), e→ie (empiezo), e→i (pido) · hago · voy · salgo. NIET bij nosotros/vosotros.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Frecuencia: siempre · normalmente · a menudo · a veces · casi nunca · nunca.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Es la una / Son las… · me levanto (niet levanto me) · podemos (geen ue) · días/meses klein.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hora zeggen en vragen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rutina met reflexivos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presente irregular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frecuencia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días/meses/estaciones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