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Detox de 24 horas — ⚖️ onderhandeling &amp; dilemma</a:t>
            </a:r>
          </a:p>
          <a:p>
            <a:r>
              <a:t>OPDRACHT: Presenteer het plan met voy a / vamos a en antwoord de sceptici.</a:t>
            </a:r>
          </a:p>
          <a:p>
            <a:r>
              <a:t>DE REGEL: Elk blok van de dag krijgt een «vamos a»-zin met een concrete activiteit. En je moet drie tegenwerpingen weerleggen — het plan telt pas als het de test doorstaat.</a:t>
            </a:r>
          </a:p>
          <a:p>
            <a:r>
              <a:t>VERLOOP: Repartid el día en cinco bloques. | Cada bloque, una frase con vamos a. | Los escépticos ponen tres pegas. | Contestad. El plan gana o pierde. | La clase vota: ¿lo hacen o no?</a:t>
            </a:r>
          </a:p>
          <a:p>
            <a:r>
              <a:t>SLEUTEL: «Vamos a» plus infinitief is de hele grammatica van §2, en de bezwaren dwingen tot hérgebruik: elk antwoord op een pega is opnieuw een «vamos a»-zin.  ||  De wekkervraag is de leukste: bijna niemand heeft nog een wekker die geen telefoon is. Daar wordt het plan concreet in plaats van principieel.  ||  De laatste pega («¿y si el plan no funciona?») is de belangrijkste: hij dwingt tot een si-zin met presente plus «vamos a» — de conditionele constructie die in dit leerplan mag.  ||  Toets de vijf blokken en de drie weerleggingen. Of de klas het écht zou doen, is bijzaak.</a:t>
            </a:r>
          </a:p>
          <a:p>
            <a:r>
              <a:t>NOTA: Als een groep het daadwerkelijk uitprobeert, laat ze er de week erna over vertellen. Dan wordt de reto opeens een echte tarea.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El algoritmo explicado — 🤝 bemiddelen</a:t>
            </a:r>
          </a:p>
          <a:p>
            <a:r>
              <a:t>OPDRACHT: Leg het algoritme uit in vijf zinnen, in eenvoudig Spaans en zonder anglicismen.</a:t>
            </a:r>
          </a:p>
          <a:p>
            <a:r>
              <a:t>DE REGEL: Geen enkel Engels woord — geen algorithm, geen feed, geen like, geen data. En geen enkele zin langer dan twaalf woorden. Wat je niet kunt uitleggen, heb je niet begrepen.</a:t>
            </a:r>
          </a:p>
          <a:p>
            <a:r>
              <a:t>VERLOOP: Escribid qué hace un algoritmo, en una frase. | Buscad una palabra española para cada anglicismo. | Explicadlo en cinco frases cortas. | Probadlo con alguien que no sepa nada.</a:t>
            </a:r>
          </a:p>
          <a:p>
            <a:r>
              <a:t>SLEUTEL: De vijf stappen in de data zijn samen een correcte, volledige uitleg zonder één Engels woord. Toon ze pas ná de eerste poging — de klas komt er zelf verrassend dicht bij.  ||  «Cuanto más…, más…» is de constructie die de terugkoppeling uitdrukt en die op aanzet-B1 hoort. Wie hem gebruikt, heeft het mechanisme echt begrepen.  ||  «No es magia: es que…» is de sleutelzin van bemiddelen: eerst het misverstand wegnemen, dan uitleggen.  ||  Toets op begrijpelijkheid voor de gedachte grootmoeder, niet op technische juistheid. Een uitleg die klopt maar niet aankomt, is hier fout.</a:t>
            </a:r>
          </a:p>
          <a:p>
            <a:r>
              <a:t>NOTA: Laat het echt testen op iemand buiten de klas, in het Nederlands of het Spaans. De vraag «snapte die persoon het?» is de eerlijkste beoordeling die er is.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6 · La cadena de favores — 🔓 puzzel &amp; escape</a:t>
            </a:r>
          </a:p>
          <a:p>
            <a:r>
              <a:t>OPDRACHT: Geef de gunst door met le en stuur hem terug met les. Zonder de ketting te breken.</a:t>
            </a:r>
          </a:p>
          <a:p>
            <a:r>
              <a:t>DE REGEL: Heen gaat het altijd via «le» (aan één persoon), terug altijd via «les» (aan de groep). Wie de verkeerde vorm gebruikt, breekt de ketting en die begint opnieuw bij hem.</a:t>
            </a:r>
          </a:p>
          <a:p>
            <a:r>
              <a:t>VERLOOP: En círculo. El primero pide un favor a su vecino. | «Le pido a … que …» y pasa. | Al llegar al final, vuelve: «Les digo a todos que …». | ¿Ha llegado el favor entero? Contadlo.</a:t>
            </a:r>
          </a:p>
          <a:p>
            <a:r>
              <a:t>SLEUTEL: Het onderscheid le/les hangt niet aan het werkwoord maar aan het aantal ontvangers. De kettingvorm maakt dat fysiek zichtbaar: één buur is «le», de hele kring is «les».  ||  De trampa («als de gunst naar twee mensen gaat») komt elke ronde minstens één keer voor. Laat de kring die zelf betrappen in plaats van hem aan te wijzen.  ||  «Le pido que me preste» lokt de subjuntivo uit («preste»). Die hoort niet in dit leerplan: laat de kortere vorm toe, «le pido los apuntes», en stuur weg van «que».  ||  Toets of de ketting rondkomt. Twee volledige rondes is beter dan één foutloze — de tweede loopt altijd sneller.</a:t>
            </a:r>
          </a:p>
          <a:p>
            <a:r>
              <a:t>NOTA: Een echt voorwerp dat rondgaat (een sleutel, een bal) helpt enorm: wie het vasthoudt, praat. De rest luistert, en dat is de helft van de oefening.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5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CDMX 🇲🇽 · CONECTADOS 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Conectados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Media y planes: ir a + infinitivo · le/les · creo que + indicativo.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hacer este finde?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ga je dit weekend doen?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3: CDMX (Diego)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plan de fin de semana»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medios · redes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Ir a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futuro próximo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 / 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quién? (OI)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Creo 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indicativo · acabar 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Comunicar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hacer planes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¿adicto al móvil?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digital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finde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chat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móvil y las redes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digitale wereld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móvil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cargar, apagar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ordenador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encender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pantalla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scherm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mirar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auriculares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oortjes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perfil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profiel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las redes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mensaje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bericht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mandar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contraseña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wachtwoord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usuario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vídeo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video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subir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móvil, el mensaje, el perfil, el vídeo (m) · la tableta, la pantalla, la app, la contraseña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Las acciones: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subir un vídeo · descargar una app · chatear con un amigo · seguir a un artista · compartir una foto.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los auriculares = altijd meervoud (de oortjes).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Ir a + infinitivo — el futuro próximo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ir (voy/vas/va…) + a + infinitivo.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C3AED"/>
                </a:solidFill>
                <a:latin typeface="Bricolage Grotesque"/>
              </a:rPr>
              <a:t>Este finde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voy a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subir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un vídeo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voy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voy a subir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vas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vas a salir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va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 a chatear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vamos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vamos a quedar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vais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vais a estudiar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van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van a ver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ir verandert (voy/vas/va…); daarna altijd a + infinitivo. 🔴 vergeet de a niet: «voy subir» → voy a subir.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 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subir un vídeo.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chatear.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quedar.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Mis amigos ___ ver una peli.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van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¿Vosotros ___ estudiar?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vais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vervoegd + a + infinitivo. voy/vas/va/vamos/vais/van a + hele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tijd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acabar de = «net gedaan». + expresiones de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acaba de subir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luego / más tarde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morgen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mañana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weekend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fin de semana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binnenkort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más tarde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volgend jaar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próximo año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Acabar de: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acabo/acabas/acaba… + de + infinitivo = «net … gedaan». Acabo de mandar un mensaje.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futuro (ir a) vs recién (acabar de): «Mañana voy a…» tegenover «Acabo de…».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le/les — ¿a quién?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Het meewerkend voorwerp: aan/voor wie?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Escribo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Diego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escribo.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Mando fotos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mis amigos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Les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mando.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él/ella/usted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vosotros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ellos/ellas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le = aan één persoon · les = aan meerdere.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 het Spaans zeg je vaak le én a Diego samen: «Le escribo a Diego» — dat is normaal.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¿le o 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het juiste pronomen. ¿Una persona o varias?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escribo a mi amiga.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mando fotos a mis padres.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cuento un secreto a Diego.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regalo algo a mis hermanos.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pregunto la hora a Valen.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enseño el perfil a mis amigos.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 + één persoon → le · a + meer personen → les.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Plaats: vóór het vervoegde werkwoord (of achter de infinitivo: voy a escribirle).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opiniones — «¿Adicto al móvil?»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«Paso muchas horas con el móvil: subo vídeos y chateo. Creo que es útil para estudiar, pero también es adictivo. Este finde voy a apagar el móvil dos horas al día.»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gustan las redes, pero no paso tanto tiempo. Creo que conectan a la gente, pero pueden ser peligrosas. Lo importante es el equilibrio.»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cree Diego del móvil?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 útil pero adictivo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va a hacer Diego el finde?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Apagar el móvil 2 h/día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piensa Lucía de las redes?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Conectan, pero peligrosas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Para Lucía, lo importante es…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equilibrio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mening (creo que…) + het plan (voy a…).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vas a hacer el finde?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Van a quedar y ver una peli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¿Cuándo?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El sábado por la tarde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En la plaza, luego en casa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¿Y antes?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Diego va a subir un vídeo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«— ¿Qué vas a hacer el finde? — El sábado voy a quedar con Diego. Vamos a ver una peli.»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B naar zijn plannen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 —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creo que / pienso que / me parece que + de gewone tijd. Nooit subjuntivo.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AB308"/>
                </a:solidFill>
                <a:latin typeface="Bricolage Grotesque"/>
              </a:rPr>
              <a:t>Creo que </a:t>
            </a:r>
            <a:r>
              <a:rPr sz="2200" b="1" i="0">
                <a:solidFill>
                  <a:srgbClr val="2563EB"/>
                </a:solidFill>
                <a:latin typeface="Bricolage Grotesque"/>
              </a:rPr>
              <a:t>las redes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son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útiles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Para opinar y reaccionar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creo que…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vind/denk 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pienso que…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denk dat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 parece que…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het lijkt me dat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(no) estoy de acuerdo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ben het (niet) eens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tienes razón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je hebt gelijk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lado… por otro…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enerzijds… anderzijds…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+ indicativo (de gewone tijd): «creo que es útil». 🔴 nooit subjuntivo. Bouw af met porque.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gewone vorm. (nooit subjuntivo!)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Diego ___ (tener) razón.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parece que (nosotros) ___ (pasar) mucho tiempo.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pasamos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el móvil ___ (ayudar).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ayuda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los juegos ___ (poder) ser adictivos.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pueden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 wifi ___ (ser) rápida.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Indicativo: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son · tiene · pasamos · ayuda · pueden · es. Dezelfde gewone tijd die je al kent.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tus planes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¿Cuándo?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Este finde / mañana…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Le escribo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Acabas de…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Acabo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finde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«Este finde voy a quedar con Diego. Le escribo para invitarlo. Acabo de crear el grupo. Creo que va a ser genial porque hace tiempo que no nos vemos.»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plan de fin de semana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weekendplan-chat.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chat de planes: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planes (ir a + infinitivo + 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expresión de tiempo (este finde…)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 quién escribes (le/les)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algo que acabas de hacer (acabar 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que… porque)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mensajes de chat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«¡Hola! Este finde voy a quedar con Diego. Le escribo para invitarlo y les mando la hora a los demás. Acabo de crear el grupo. Creo que va a ser un finde genial porque vamos a ver la final.»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Comunicar y hacer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schrijven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mandar / enviar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sturen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llamar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bellen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antwoorden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vertellen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preguntar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vragen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quedar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afspreken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uitgaan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hacer planes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plannen maken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¿quedamos?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spreken we af?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laat?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nos vemos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tot dan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 para quedar: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¿Quedamos el sábado? · ¿A qué hora? · ¿Dónde? · Vale, nos vemos.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Verbos + le/les: escribir/mandar/decir/contar/preguntar/regalar a alguien.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c/z/qu + conectores de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 / z / qu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_ontraseña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contraseña (c)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quedar (qu)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_umo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zumo (z)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músi_a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música (c)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ordena tu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después / luego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último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/k/ = c (a/o/u) of qu (e/i): contraseña, quedar · /θ/ = z (a/o/u) of c (e/i): zumo, música.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después/luego → más tarde → al final. Zo orden je je weekendplan.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3: CDMX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digital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Música, WhatsApp y el español online.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El reguetón 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Artiesten als Bad Bunny (Puerto Rico) en Karol G (Colombia) breken streamingrecords op Spotify en YouTube. Het Spaans klinkt wereldwijd.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Diego lo escucha cada día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💬 WhatsApp, la red nº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is WhatsApp dé manier om te communiceren — met familie, vrienden én winkels.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«Te mando un audio»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🌐 El español en 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Spaans is de tweede taal op sociale media na het Engels. Meer dan 500 miljoen sprekers.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tu feed habla español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redes/música hispana conoces? Da tu opinión: «Creo que… porque…».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📱 Tarea final · Mi plan de fin de semana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chat/post con tus planes, a quién escribes y tu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3–4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 + una expresión de tiempo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 quién escribes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«le escribo a Diego» · «les mando la hora»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algo reciente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«acabo de crear el grupo»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va a ser genial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ir a + inf. (+ 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le én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creo que + indicativo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klasgroep · doel je plan delen · situatie een chat · resultaat: chat/post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___ subir un vídeo (ir 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net gegeten» =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escribo a Diego (le/les)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mando fotos a mis amigos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«dit weekend»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este finde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quedar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a + infinitivo · acabar de · le/les · creo que + indicativo · expresiones de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Ir a + infinitivo: voy/vas/va/vamos/vais/van + a + infinitivo. Vergeet de a niet!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infinitivo = «net gedaan».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Le/les (OI): le = één persoon · les = meerdere. Vóór het ww. of achter de infinitivo.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Creo que + indicativo: mening met de gewone tijd (nooit subjuntivo). Creo que es útil.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voy A subir · le/les vóór het ww. · creo que + indicativo · los auriculares = mv.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media en redes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plannen maken (ir a + infinitivo)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le/les gebruiken (¿a quién?)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net deed (acabar de)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porque)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2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Detox de 24 horas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Un día entero sin pantalla. Planificadlo hora por hora — y defendedlo.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Een hele dag zonder scherm. Plan hem uur per uur — en verdedig hem.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 blok van de dag krijgt een «vamos a»-zin met een concrete activiteit. En je moet drie tegenwerpingen weerleggen — het plan telt pas als het de test doorstaat.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mañana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 8:00 a 12:00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comida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 12:00 a 14:00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tarde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 14:00 a 18:00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cena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 18:00 a 21:00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noche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 21:00 a 23:00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pega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si alguien tiene que avisar de algo urgente?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pega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¿Cómo vais a quedar sin móvil?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pega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el despertador?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pega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hacéis cuando os aburráis a las cuatro de la tarde?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pega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si el plan no funciona a los veinte minutos?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Por la mañana vamos a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Después de comer vamos a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Para eso vamos a …, así no hace falta el móvil.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Tienes razón, por eso vamos a …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no funciona, vamos a 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3 · BEMIDDELEN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algoritmo explicado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Explícale a tu abuela por qué el móvil «sabe» lo que le gusta. Sin palabras en inglés.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Leg je grootmoeder uit waarom de gsm «weet» wat ze leuk vindt. Zonder Engelse woorden.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Geen enkel Engels woord — geen algorithm, geen feed, geen like, geen data. En geen enkele zin langer dan twaalf woorden. Wat je niet kunt uitleggen, heb je niet begrepen.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algoritmo — es una palabra española, pero hay que explicarla igual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feed — → lo que te sale / lo que ves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like — → me gusta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data / datos personales — → lo que el móvil sabe de ti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engagement — → el tiempo que te quedas mirando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recomendación personalizada — → lo que te enseña a ti y no a otro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paso 1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móvil apunta lo que miras y cuánto tiempo.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paso 2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compara con lo que miran otras personas parecidas.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paso 3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 enseña más de lo que te hace quedarte.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paso 4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Por eso a ti y a mí no nos sale lo mismo.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paso 5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 por eso a veces parece que te lee la mente.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como si … , pero con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 magia: es que …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Cuanto más …, más …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 ti te sale … y a mí 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6 · PUZZEL &amp; ESCAPE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cadena de favores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Un favor recorre la clase entera. Y tiene que volver.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Eén gunst gaat de hele klas rond. En hij moet terugkomen.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Heen gaat het altijd via «le» (aan één persoon), terug altijd via «les» (aan de groep). Wie de verkeerde vorm gebruikt, breekt de ketting en die begint opnieuw bij hem.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Favores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prestar los apuntes de ayer · explicar el ejercicio 4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Favores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cambiar el turno del viernes · traer el cargador mañana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Favores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guardar un sitio en el comedor · avisar cuando llegue el profe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Favores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compartir la foto del examen de prueba · acompañar a secretaría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ida · 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 pido a … que me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ida · 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 digo a … que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ida · 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 pregunto a … si puede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vuelta · les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Les digo a todos que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vuelta · les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Les explico que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vuelta · les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Les cuento lo que ha pasado con el favor.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La trampa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el favor va a dos personas, ya no es «le» sino «les». Eso pasa al menos una vez por ronda.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