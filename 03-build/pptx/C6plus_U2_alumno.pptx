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0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CARTAGENA 🇨🇴 · AQUÍ VIVO 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Aquí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casa y tu barrio: hay/estar + preposiciones · estar + gerundio · lo/la/los/las.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¿Dónde vives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Waar woon jij?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2: Cartagena (Valen)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«Mapa de mi barrio»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habitaciones · muebles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preposiciones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 + -ando/-iendo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 /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los/las (OD)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barrio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cómo llegar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10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barrio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vivienda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🗺️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ruta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— habitaciones y muebles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dormitorio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slaapkamer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cama, el armario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salón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woonkamer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sofá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nevera, la mesa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baño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badkamer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espejo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sofá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zetel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salón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armario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ropa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nevera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koelkast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cocina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dormitorio, el salón, el sofá (m) · la cocina, la cama, la nevera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 cada habitación hay muebles: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 el dormitorio hay una cama; en el salón, un sofá.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el sofá (m ondanks -á) · la mano, la foto (v ondanks -o).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vs estar — ¿qué y dónde?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hay = er is (onbepaald) · está(n) = staat (bepaald).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En el salón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hay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un sofá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Inter"/>
              </a:rPr>
              <a:t>El sofá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delante de la tele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un/una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onbepaald: hay un parque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dos/mucho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hay dos baños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= invariable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verandert nooit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 + el/la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bepaald: el parque está…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están + los/las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🔴 hay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un parque / el parque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onbepaald (un/dos/mucho) → hay · bepaald (el/la/mi) → está(n). Hay un parque → El parque está cerca.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 o está(n)?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het lidwoord.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delante de la tele.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mi barrio ___ dos parques.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parques ___ cerca.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¿___ una farmacia cerca?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un/una/dos/mucho → hay · el/la/los/las/mi → está(n).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preposición. Casi todas met «de» (de+el=del).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op / boven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vóór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delante 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achter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tussen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dichtbij ↔ 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cerca de ↔ lejos 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rechts ↔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 la derecha/izquierda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habitación: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 cama está al lado de la ventana. Los libros están encima de la estantería.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de + el = del: al lado del banco (niet «de el»). Bij la/los/las blijft de: al lado de la plaza.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ahora 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estar + -ando (-ar) / -iendo (-er,-ir). «aan het …».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Valen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cocinando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la cocina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formación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cocinar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cocin- + ando →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com- + iendo → comiendo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escribir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escrib- + iendo → escribiendo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estar (vervoegd) + gerundio. Enkel estar verandert: estoy/estás/está… comiendo.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Onregelmatig: leer→leyendo · dormir→durmiendo · pedir→pidiendo · decir→diciendo.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están haciendo?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Valen ___ (cocinar).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cocinando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estoy estudiando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Los niños ___ (dormir).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están durmiendo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(leer)?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estás leyendo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Mamá ___ (escribir).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escribiendo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(pedir) pizza.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pidiendo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Enkel estar verandert: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estoy/estás/está/estamos/estáis/están + gerundio.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Irregulares: leyendo · durmiendo · pidiendo.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«Mi barrio»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el centro histórico de Cartagena. Mi casa es antigua, con un balcón con flores. Delante hay una plaza; al lado está la panadería. Mi barrio es tranquilo.»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un barrio grande de CDMX. Es ruidoso pero me gusta. Detrás de mi edificio hay un mercado. El metro está cerca y lo cojo cada día.»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hay delante de la casa de Valen?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Una plaza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está la panadería?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Al lado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el barrio de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Ruidoso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coge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metro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hay/está + lugares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llego a la plaza?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ruta. Klik un paso → de instructie. (audio + plano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1️⃣ Sal de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…y ve a la calle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2️⃣ Sigue recto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hasta el semáforo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3️⃣ Gira a la derecha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en la esquina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4️⃣ La plaza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está a la izquierda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«Sal de casa, sigue recto hasta el semáforo, gira a la derecha y la plaza está a la izquierda.»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de weg, B geeft die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lo/la/los/las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Vervang het voorwerp; concordancia + plaats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Veo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la casa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La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veo.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Compro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los muebles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Los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compro.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ev. (el libro → lo)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ev. (la casa → la)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mv. (los muebles → los)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mv. (las sillas → las)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komt overeen (m/v·ev/mv) en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infinitief/gerundio ook achteraan: Voy a comprarlo = Lo voy a comprar · Estoy leyéndolo.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juiste pronomen. Kijk naar het voorwerp.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sofá? ___ pongo aquí.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cama? ___ pongo aquí.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platos? ___ lavo.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sillas? ___ pongo.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tele? ___ veo.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coche? ___ aparco.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Plaats: vóór het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Describe tu casa y da la ruta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En mi casa hay…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está?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La cama está…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Preposición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…al lado de / encima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Cómo llegar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Sigue recto, gira…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Distancia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Está a … minutos.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gusta 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839358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habitación / da direcciones»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«En mi cuarto hay una cama y un armario. La cama está al lado de la ventana. Para ir a la plaza, sigue recto y gira a la derecha.»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Mapa de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buurtbeschrijving.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qué hay (hay un/una…)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está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ruta (sigue recto, gira…)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distancia (a … minutos)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(me gusta…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«En mi barrio hay una plaza y un parque. La tienda está al lado de mi casa. Para ir al insti, sigo recto y giro a la izquierda; está a cinco minutos. Me gusta mi barrio porque es tranquilo.»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y las direcciones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plaza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tienda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winkel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apotheek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parada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halte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semáforo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verkeerslicht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sigue recto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ga rechtdoor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gira a la derecha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sla rechts af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cruza la calle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steek over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está a … minutos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op … minuten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¿cómo llego a…?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geraak ik bij…?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esquina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hoek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Direcciones: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llego a…? → sigue recto · gira a la derecha/izquierda · cruza · está a … minutos.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Lugares: la plaza, el parque, la tienda, la farmacia, la parada, la estación, el banco.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b/v + adverbios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ruimte.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b of v (klinken gelijk)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ventana (v)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_arrio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barrio (b)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vivir (v)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_alcón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balcón (b)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adverbios: aquí · ahí · allí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aquí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hier (dichtbij)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ahí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(bij jou)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allí / allá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(ver)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dichtbij ↔ ver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b en v klinken gelijk (≈ b); de spelling leer je uit het hoofd: ventana, vivir, barrio, balcón.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aquí (hier) · ahí (bij jou) · allí/allá (ver).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5584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2: CARTAGENA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vivienda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Patios, balcones y plazas.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🏛️ El patio andaluz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het zuiden van España (Sevilla, Córdoba) heeft het huis een patio: een binnentuin met planten en een fontein, koel in de zomer.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Lucía kent ze goed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🌺 Los balcones de Cartagena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Cartagena (Colombia) zijn de koloniale huizen kleurrijk, met houten balcones vol bloemen. De ciudad amurallada is UNESCO-erfgoed.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Valen woont 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🟨 La plaza, corazón del barrio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Overal in de Spaanstalige wereld is de plaza het middelpunt: markt, terrasjes, ontmoeting. «Quedamos en la plaza».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corazón del barrio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casa/barrio con un patio o un balcón hispano. ¿Qué hay? ¿Qué es diferente?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🗺️ Tarea final · Mapa de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Dibuja el plano de tu barrio y haz una ruta guiada.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5–6 lugares (tienda, parque, parada…)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qué hay y dónde está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«hay un…» · «la tienda está al lado de…»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una 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«sigue recto, gira…» (está a … minutos)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 mi barrio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hay + está(n)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4 preposiciones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ruta (sigue/gira)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barrio delen · situatie een rondleiding · resultaat: plano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 (hay/está)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delante de la tele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+ el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gerundio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comiendo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dormir → gerundio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durmiendo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casa? ___ veo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muebles? ___ compro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«naast» =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hay/estar + preposiciones · estar + gerundio · lo/la/los/las · direcciones.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vs estar: hay + un/dos (onbepaald) · está(n) + el/la/mi (bepaald).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lado/delante/detrás de · entre · cerca/lejos de. (de+el=del).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-ando/-iendo. Irreg.: leyendo, durmiendo, pidiendo.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 (OD): vervangt het voorwerp, concordantie, vóór het ww. of achter inf./gerundio.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hay ≠ está · de+el=del · lo/la vóór het ww. · concordancia lo/la/los/las.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huis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 + estar + preposiciones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(qué está pasando)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pronombres lo/la/los/las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weg vragen en wijzen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