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62GTD0QXbiI" TargetMode="External"/><Relationship Id="rId4" Type="http://schemas.microsoft.com/office/2007/relationships/media" Target="https://www.youtube.com/embed/62GTD0QXbiI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Nacionalidades y países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¿De dónde eres?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Waar kom je vandaan?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waar je vandaan komt,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nationaliteit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welke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talen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je spreekt.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la pregunta que abre todo viaje.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y decir el origen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nacionalidad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mexicano/a · español/a · belga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qué idiomas hablas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hablo español · neerlandés · francés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ñ · c/z · acento agudo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soy de + país · gentilicio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mapa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Fernando leert la extranjera «¿de dónde eres?»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¿De dónde eres? ¿De qué país?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¡Ah! Yo soy Argelia.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No: «soy DE Argelia». Eres argelina.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Chico → argelino · chica → argelina.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Habla bastante bien español.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 hablo mucho, entiendo un poco.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¿Habla usted francés? ¡Tres idiomas!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uno de veinte y dos de diez.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argelino ♂ · argelina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Hablo español · un poco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árabe · francés · español · inglés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3 — klik om af te spelen</a:t>
            </a:r>
          </a:p>
        </p:txBody>
      </p:sp>
      <p:pic>
        <p:nvPicPr>
          <p:cNvPr id="29" name="Picture 28" descr="video_poster_U3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ñ · la c/z · el acento agudo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ñ, de c/z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eñe · ñ — de klank van 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español · mañana · niño · señor · año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Klinkt als de NL «nj» in «Spanje».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c y la z · /θ/ ~ /s/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nacionalidad · Francia · Venezuela · gracias · cinco · zona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In Spanje = zachte «th»; in Latijns-Amerika = «s». Allebei goed!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c + a/o/u = /k/ (casa, colombiano)  ·  maar c + e/i = /θ~s/ (cinco, Francia) — net als de 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agudo · -dad / -és — klemtoon op de laatste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na·cio·na·li·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DAD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por·tu·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GUÉS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fran·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CÉS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in·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GLÉS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y decir el origen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Vragen en zeggen waar je vandaan komt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el origen · vragen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es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komt u vandaan?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qué país?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welk land?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 / ¿Y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 / en u?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de dónde soy · ser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 België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España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Spanje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Mexico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Flandes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Vlaanderen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aquí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van hier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 nacionalidad · gentilicio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belga · belga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Belgisch (♂=♀)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español · española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mexicano · mexicana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Mexicaans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colombiano · colombiana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Colombiaans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marroquí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Marokkaans (♂=♀)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Idiomas y países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Talen &amp; landen van het mundo hispano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idiomas · hablar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español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spreek Spaans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neerlandés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Nederlands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francés e inglés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Frans en Engels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¿Qué idiomas hablas?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welke talen spreek je?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un poco · bastante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een beetje · best goed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Países del mundo hispano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Spanje ·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Argentina · Colombia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Argentinië · Colombia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Perú · Chile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Peru · Chili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Venezuela · Cuba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Venezuela · Cuba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België (jouw land)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Hablo español (kleine letter). Nationaliteit: ♂ -o · ♀ -a.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soy de +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uit welk land je komt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soy de + país — waar je vandaan komt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komt 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komt · u komt uit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ejemplos · voorbeelden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Bélgica.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15768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¿Eres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España?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099816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María 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Sevilla.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«soy DE Argelia», niet «soy Argelia».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Bélgica.  ¿___ (tú) de España?  Diego ___ México. 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de · eres de · es 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gentilicio ♂/♀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nationaliteit: man/vrouw &amp; de kleine letter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mexicano · colombiano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portugués · francés · inglés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mexicana · colombiana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portuguesa · francesa · inglesa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Sin cambio ♂ =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Sommige blijven gelijk: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belga · marroquí · estadounidense · canadiense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In het Spaans schrijf je de nationaliteit én de taal met een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kleine letter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: soy español, hablo neerlandés (in NL/Engels net met hoofdletter!).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Hola, ¿de dónde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de México. Soy mexican__.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¿Qué idiomas 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español e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Soy · mexicano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hablas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Hablo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Vraag en antwoord over het origen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¿De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Soy de Bélgica. Soy belga.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¿Qué idiomas hablas?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Hablo neerlandés y un poco de español.»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land (of het jouwe).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Vraag ¿de dónde eres? + soy de…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Zeg je nationaliteit (♂/♀) + talen.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 &amp; su música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21 landen, één taal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Hips Don't Lie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Baile inolvidable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Puerto Rico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Rauw Alejandro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Todo de ti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🌍 El español conecta 21 países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(+490 miljoen sprekers, zelfs in Afrika: Guinea Ecuatorial). La playlist + de wereldkaart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mapa · 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Plaats 3 personen op de wereldkaart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MAPA · noteer je 3 fichas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🧍 Yo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soy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🧑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👤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Elige a 3 personas (jij + 2 anderen).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Pregunta: «¿de dónde eres? / ¿de qué país?»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Escribe: «X es de ___. Es ___ y habla ___.»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Preséntalo: wijs het land aan op de kaart.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voor 3 personen «es de + land» zegt, de juiste gentilicio (♂/♀, kleine letter) en talen geeft, en het land op de kaart aanwijst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vraag &amp; zeg je het origen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¿De dónde eres? → Soy de + país (Soy de Bélgica)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Land = met de · nationaliteit = zónder de (soy belga)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Nationaliteit &amp; talen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mexicano ♂ / mexicana ♀ · met kleine letter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Hablo español, neerlandés, francés…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belga · marroquí blijven gelijk (♂ = 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het origen vragen &amp; zeggen (soy de + país)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99008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de nationaliteit geven (♂/♀, kleine letter)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484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zeggen welke talen ik spreek (hablo…)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0682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landen van het mundo hispano situeren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0292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wereldkaart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