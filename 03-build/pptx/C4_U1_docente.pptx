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enkel soy/eres/es en me/te/se llamo/llamas/llama. Geen volledige conjugatie.</a:t>
            </a:r>
          </a:p>
          <a:p/>
          <a:p>
            <a:r>
              <a:t>— SOLUCIÓN (docent · presenter view) —</a:t>
            </a:r>
          </a:p>
          <a:p>
            <a:r>
              <a:t>soy · te · 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</a:t>
            </a:r>
          </a:p>
          <a:p/>
          <a:p>
            <a:r>
              <a:t>— SOLUCIÓN (docent · presenter view) —</a:t>
            </a:r>
          </a:p>
          <a:p>
            <a:r>
              <a:t>1. te</a:t>
            </a:r>
          </a:p>
          <a:p>
            <a:r>
              <a:t>2. llamo · tú</a:t>
            </a:r>
          </a:p>
          <a:p>
            <a:r>
              <a:t>3. soy · Soy</a:t>
            </a:r>
          </a:p>
          <a:p>
            <a:r>
              <a:t>4. Encantado/a · luego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yvPI-4JGdyo" TargetMode="External"/><Relationship Id="rId4" Type="http://schemas.microsoft.com/office/2007/relationships/media" Target="https://www.youtube.com/embed/yvPI-4JGdy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Presentaciones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¡Hola! Je eerste woorden Spaans: </a:t>
            </a:r>
            <a:r>
              <a:rPr sz="1700" b="1" i="0">
                <a:solidFill>
                  <a:srgbClr val="FFFFFF"/>
                </a:solidFill>
                <a:latin typeface="Inter"/>
              </a:rPr>
              <a:t>groeten, jezelf voorstellen en afscheid nemen.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todo lo que oyes, lo puedes usar enseguida.</a:t>
            </a:r>
          </a:p>
        </p:txBody>
      </p:sp>
      <p:pic>
        <p:nvPicPr>
          <p:cNvPr id="8" name="Picture 7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Saludar y despedirte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groeten &amp; afscheid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tu nombre y de dónde eres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naam &amp; herkomst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el nombre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iemand naar zijn naam vragen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scène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klanken &amp; klemtoon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saludos &amp; presentarse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ser · llamarse · -o/-a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preséntate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banda sonora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carné de la clase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praten.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de chunks komen uit je oren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Hola. ¿Cómo estás?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Bien. ¿Cómo te llamas?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me llamo María. Encantada.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Encantado. Yo soy Julio.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Os presento: María, la nueva profesora.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Encantado de conocerla.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Igualmente. Muchas gracias.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De nada. ¡Bienvenida!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Hola · ¿Cómo estás? ·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¿Cómo te llamas? · Me llamo…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soy… · Encantado/a · Igualmente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Muchas gracias · Hasta luego · Adiós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1 — klik om af te spelen</a:t>
            </a:r>
          </a:p>
        </p:txBody>
      </p:sp>
      <p:pic>
        <p:nvPicPr>
          <p:cNvPr id="29" name="Picture 28" descr="video_poster_U1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cinco vocales + el acento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5 klinkers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19456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19456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21945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A8323B"/>
                </a:solidFill>
                <a:latin typeface="Bricolage Grotesque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als in ‘bal’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casa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554480"/>
            <a:ext cx="219456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554480"/>
            <a:ext cx="219456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810512"/>
            <a:ext cx="21945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A8323B"/>
                </a:solidFill>
                <a:latin typeface="Bricolage Grotesque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9748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als in ‘bed’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mesa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554480"/>
            <a:ext cx="219456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554480"/>
            <a:ext cx="219456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10512"/>
            <a:ext cx="21945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A8323B"/>
                </a:solidFill>
                <a:latin typeface="Bricolage Grotesque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69748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als in ‘kiwi’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19456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554480"/>
            <a:ext cx="219456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810512"/>
            <a:ext cx="21945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A8323B"/>
                </a:solidFill>
                <a:latin typeface="Bricolage Grotesque"/>
              </a:rP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69748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als in ‘pot’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hola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554480"/>
            <a:ext cx="2194560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1554480"/>
            <a:ext cx="219456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810512"/>
            <a:ext cx="21945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A8323B"/>
                </a:solidFill>
                <a:latin typeface="Bricolage Grotesque"/>
              </a:rPr>
              <a:t>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69748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als in ‘boek’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tú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044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65760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 blijft /e/ en o blijft /o/ — géén NL «ei/ou»-glijder.  a · e · i · o · oe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¿Dónde está el acento? · waar ligt de klemtoon?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64550"/>
                </a:solidFill>
                <a:latin typeface="Bricolage Grotesque"/>
              </a:rPr>
              <a:t>HO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·la     me·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LLA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·mo     en·can·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TA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·do     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DIÓS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GRA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·cias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y despedirse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Groeten &amp; afscheid nemen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Saludar · begroeten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¡Hola!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Buenos días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goedemorgen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Buenas tardes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goedemiddag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¿Qué tal?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¿Cómo estás?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 (jij)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Responder · antwoorden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Muy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heel goed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Bien, 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goed, en jij?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Regular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gaat wel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Despedirse · afscheid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Adiós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luego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straks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mañana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morgen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Vale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oké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¡Nos vemos!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zien elkaar!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Jezelf voorstellen &amp; de ander leren kennen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Decir quién eres · zeggen wie je bent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Me llamo…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heet…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Yo soy…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de…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kom uit…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Encantado / Encantada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aangenaam (m/v)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Igualmente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insgelijks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· aan de ander vragen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¿Cómo te llamas?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heet je?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¿De dónde eres?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kom je vandaan?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¿Cómo está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 met 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me llamo… (niet «yo soy me llamo»).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· llamarse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Wie je bent / hoe je heet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ser — zijn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yo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soy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tú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eres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bent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él/ella/usted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is · u bent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llamarse — heten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(yo) me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llamo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(tú) te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llamas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heet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(usted) se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llama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 heet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de Bélgica.  ¿Cómo ___ llamas?  Ella ___ profesora.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soy · te · 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-o / -a · tú / 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Man/vrouw &amp; informeel/beleefd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Encantado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Bienvenido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Encantada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Bienvenida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tú  ↔  usted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Met vrienden en klasgenoten: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tú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estás? · ¿Cómo te llamas?).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Formeel, met een onbekende volwassene: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usted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 usted? · ¿Cómo se llama?).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¡Hola! ¿Cómo ___ llamas?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Me ___ Ana. ¿Y ___?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Yo ___ Leo. ___ de Madrid.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¡___! Hasta ___.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llamo · tú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soy · Soy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Encantado/a · luego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Preséntate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Sta recht, groet en stel je voor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«¡Hola! Me llamo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Soy de ____. ¡Encantad_!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¿Y tú, cómo te llamas?»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Draai je naar je buur.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Groet en stel je voor.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Vraag zijn/haar naam.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partner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Banda sonora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Leer Spaans via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Las Babys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pop 🇪🇸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urban 🇪🇸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clásico 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TQG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Bad Bunny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Tití me preguntó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🎧 La playlist de la clase (Spotify)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+ LyricsTraining (vul de tekst aan terwijl je luistert). Alles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carné de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Maak je klaskaartje &amp; stel je voor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CARNÉ · academia Welcome to Spanish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Me llamo  </a:t>
            </a:r>
            <a:r>
              <a:rPr sz="1500" b="0" i="0">
                <a:solidFill>
                  <a:srgbClr val="E4E3DE"/>
                </a:solidFill>
                <a:latin typeface="Inter"/>
              </a:rPr>
              <a:t>________________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Soy de  </a:t>
            </a:r>
            <a:r>
              <a:rPr sz="1500" b="0" i="0">
                <a:solidFill>
                  <a:srgbClr val="E4E3DE"/>
                </a:solidFill>
                <a:latin typeface="Inter"/>
              </a:rPr>
              <a:t>__________________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Mi emoji  </a:t>
            </a:r>
            <a:r>
              <a:rPr sz="1500" b="0" i="0">
                <a:solidFill>
                  <a:srgbClr val="E4E3DE"/>
                </a:solidFill>
                <a:latin typeface="Inter"/>
              </a:rPr>
              <a:t>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Vul je carné in.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Stel je voor (sin leer): «¡Hola! Me llamo…»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Vraag 3 klasgenoten naam + herkomst.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Sluit af: «¡Encantad_! Hasta luego.»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jezelf vlot voorstelt zónder af te lezen, de juiste vorm (-o/-a) gebruikt en 3 namen genoteerd hebt.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4 / 8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Hola · Adiós · Hasta luego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Presentarse (decir quién soy)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Me llamo… · (Yo) soy… · Encantado/a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 te llamas? · ¿Y tú?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¿Cómo? · Otra vez, por favor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groet &amp; stel je je voor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¡Hola! Me llamo ___. Soy de ___. Encantad_.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¿Y tú, cómo te llamas?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Onthou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ser: soy · eres · 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llamarse: me/te/se + llamo/llamas/llama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· -a = ♀   |   tú = vriend · usted = beleefd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groeten &amp; afscheid nemen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98648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mezelf voorstellen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65576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iemand naar naam vragen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32504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-o/-a &amp; tú/usted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920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1 «Presentaciones»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+ Kit (saludos/presentarse) + eerste práctica. Les 2: gramática functioneel, hablar, tarea + música.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Grammatica enkel functioneel, geen volledige conjugatie — dat is voor het 5de. Zo krijgen de 4MOT-leerlingen voorsprong in de mechaniek zonder de leerplanstof van C5 op te gebruiken.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(preséntate + 3 klasgenoten) + herkennen van saludos/chunks. Geen leerplan → focus op «kunnen gebruiken in de praktijk».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PRESENTACIONES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