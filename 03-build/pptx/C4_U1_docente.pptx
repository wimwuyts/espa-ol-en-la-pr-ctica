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soy/eres/es en me/te/se llamo/llamas/llama. Geen volledige conjugatie.</a:t>
            </a:r>
          </a:p>
          <a:p/>
          <a:p>
            <a:r>
              <a:t>— SOLUCIÓN (docent · presenter view) —</a:t>
            </a:r>
          </a:p>
          <a:p>
            <a:r>
              <a:t>soy · te · 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</a:t>
            </a:r>
          </a:p>
          <a:p/>
          <a:p>
            <a:r>
              <a:t>— SOLUCIÓN (docent · presenter view) —</a:t>
            </a:r>
          </a:p>
          <a:p>
            <a:r>
              <a:t>1. te</a:t>
            </a:r>
          </a:p>
          <a:p>
            <a:r>
              <a:t>2. llamo · tú</a:t>
            </a:r>
          </a:p>
          <a:p>
            <a:r>
              <a:t>3. soy · Soy</a:t>
            </a:r>
          </a:p>
          <a:p>
            <a:r>
              <a:t>4. Encantado/a ·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12064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Muchas gracias · De nada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¡Bienvenida! · Hasta luego · Adiós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1 «Presentaciones»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+ Kit (saludos/presentarse) + eerste práctica. Les 2: gramática functioneel,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Grammatica enkel functioneel, geen volledige conjugatie — dat is voor het 5de. Zo krijgen de 4MOT-leerlingen voorsprong in de mechaniek zonder de leerplanstof van C5 op te gebruiken.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(preséntate + 3 klasgenoten) + herkennen van saludos/chunks.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