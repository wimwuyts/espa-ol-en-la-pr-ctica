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Functioneel: enkel soy/eres/es en me/te/se llamo/llamas/llama. Geen volledige conjugatie.</a:t>
            </a:r>
          </a:p>
          <a:p/>
          <a:p>
            <a:r>
              <a:t>— SOLUCIÓN (docent · presenter view) —</a:t>
            </a:r>
          </a:p>
          <a:p>
            <a:r>
              <a:t>soy · te · 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Laat leerlingen eerst zelf proberen (in duo). Klik daarna de oplossing open.</a:t>
            </a:r>
          </a:p>
          <a:p/>
          <a:p>
            <a:r>
              <a:t>— SOLUCIÓN (docent · presenter view) —</a:t>
            </a:r>
          </a:p>
          <a:p>
            <a:r>
              <a:t>1. te</a:t>
            </a:r>
          </a:p>
          <a:p>
            <a:r>
              <a:t>2. llamo · tú</a:t>
            </a:r>
          </a:p>
          <a:p>
            <a:r>
              <a:t>3. soy · Soy</a:t>
            </a:r>
          </a:p>
          <a:p>
            <a:r>
              <a:t>4. Encantado/a · luego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7.xml"/><Relationship Id="rId6" Type="http://schemas.openxmlformats.org/officeDocument/2006/relationships/slide" Target="slide9.xml"/><Relationship Id="rId7" Type="http://schemas.openxmlformats.org/officeDocument/2006/relationships/slide" Target="slide10.xml"/><Relationship Id="rId8" Type="http://schemas.openxmlformats.org/officeDocument/2006/relationships/slide" Target="slide11.xml"/><Relationship Id="rId9" Type="http://schemas.openxmlformats.org/officeDocument/2006/relationships/slide" Target="slide12.xml"/><Relationship Id="rId10" Type="http://schemas.openxmlformats.org/officeDocument/2006/relationships/slide" Target="slide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24528"/>
            <a:ext cx="12191695" cy="73152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502920"/>
            <a:ext cx="323148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64550"/>
                </a:solidFill>
                <a:latin typeface="Inter"/>
              </a:rPr>
              <a:t>C4 · LA RUTA · EL DESPEGUE · PARADA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10972800" cy="1645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600" b="1" i="0">
                <a:solidFill>
                  <a:srgbClr val="FFFFFF"/>
                </a:solidFill>
                <a:latin typeface="Bricolage Grotesque"/>
              </a:rPr>
              <a:t>Presentaciones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80360"/>
            <a:ext cx="10515600" cy="10058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Inter"/>
              </a:rPr>
              <a:t>¡Hola! Je eerste woorden Spaans: </a:t>
            </a:r>
            <a:r>
              <a:rPr sz="1700" b="1" i="0">
                <a:solidFill>
                  <a:srgbClr val="FFFFFF"/>
                </a:solidFill>
                <a:latin typeface="Inter"/>
              </a:rPr>
              <a:t>groeten, jezelf voorstellen en afscheid nemen.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FBEAEC"/>
                </a:solidFill>
                <a:latin typeface="Inter"/>
              </a:rPr>
              <a:t>Survival in Spanish — todo lo que oyes, lo puedes usar enseguida.</a:t>
            </a:r>
          </a:p>
        </p:txBody>
      </p:sp>
      <p:pic>
        <p:nvPicPr>
          <p:cNvPr id="8" name="Picture 7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4526280"/>
            <a:ext cx="1554480" cy="1554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4800600"/>
            <a:ext cx="8229600" cy="12801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En esta unidad vas a…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Saludar y despedirte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groeten &amp; afscheid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Decir tu nombre y de dónde eres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naam &amp; herkomst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Preguntar el nombre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iemand naar zijn naam vragen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45537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MENÚ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vamos a hacer?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Wat gaan we doen? — klik op een tegel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502920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¡Escucha!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de scène + chunks</a:t>
            </a:r>
          </a:p>
        </p:txBody>
      </p:sp>
      <p:sp>
        <p:nvSpPr>
          <p:cNvPr id="11" name="Rounded Rectangle 10">
            <a:hlinkClick action="ppaction://hlinksldjump" r:id="rId3"/>
          </p:cNvPr>
          <p:cNvSpPr/>
          <p:nvPr/>
        </p:nvSpPr>
        <p:spPr>
          <a:xfrm>
            <a:off x="3410712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93592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Suena bien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klanken &amp; klemtoon</a:t>
            </a:r>
          </a:p>
        </p:txBody>
      </p:sp>
      <p:sp>
        <p:nvSpPr>
          <p:cNvPr id="14" name="Rounded Rectangle 13">
            <a:hlinkClick action="ppaction://hlinksldjump" r:id="rId4"/>
          </p:cNvPr>
          <p:cNvSpPr/>
          <p:nvPr/>
        </p:nvSpPr>
        <p:spPr>
          <a:xfrm>
            <a:off x="6318504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01384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1384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Kit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saludos &amp; presentarse</a:t>
            </a:r>
          </a:p>
        </p:txBody>
      </p:sp>
      <p:sp>
        <p:nvSpPr>
          <p:cNvPr id="17" name="Rounded Rectangle 16">
            <a:hlinkClick action="ppaction://hlinksldjump" r:id="rId5"/>
          </p:cNvPr>
          <p:cNvSpPr/>
          <p:nvPr/>
        </p:nvSpPr>
        <p:spPr>
          <a:xfrm>
            <a:off x="9226296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09176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09176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Gramática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ser · llamarse · -o/-a</a:t>
            </a:r>
          </a:p>
        </p:txBody>
      </p:sp>
      <p:sp>
        <p:nvSpPr>
          <p:cNvPr id="20" name="Rounded Rectangle 19">
            <a:hlinkClick action="ppaction://hlinksldjump" r:id="rId6"/>
          </p:cNvPr>
          <p:cNvSpPr/>
          <p:nvPr/>
        </p:nvSpPr>
        <p:spPr>
          <a:xfrm>
            <a:off x="502920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Práctica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oefenen samen</a:t>
            </a:r>
          </a:p>
        </p:txBody>
      </p:sp>
      <p:sp>
        <p:nvSpPr>
          <p:cNvPr id="23" name="Rounded Rectangle 22">
            <a:hlinkClick action="ppaction://hlinksldjump" r:id="rId7"/>
          </p:cNvPr>
          <p:cNvSpPr/>
          <p:nvPr/>
        </p:nvSpPr>
        <p:spPr>
          <a:xfrm>
            <a:off x="3410712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93592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93592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Hablar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preséntate</a:t>
            </a:r>
          </a:p>
        </p:txBody>
      </p:sp>
      <p:sp>
        <p:nvSpPr>
          <p:cNvPr id="26" name="Rounded Rectangle 25">
            <a:hlinkClick action="ppaction://hlinksldjump" r:id="rId8"/>
          </p:cNvPr>
          <p:cNvSpPr/>
          <p:nvPr/>
        </p:nvSpPr>
        <p:spPr>
          <a:xfrm>
            <a:off x="6318504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01384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01384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Música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banda sonora</a:t>
            </a:r>
          </a:p>
        </p:txBody>
      </p:sp>
      <p:sp>
        <p:nvSpPr>
          <p:cNvPr id="29" name="Rounded Rectangle 28">
            <a:hlinkClick action="ppaction://hlinksldjump" r:id="rId9"/>
          </p:cNvPr>
          <p:cNvSpPr/>
          <p:nvPr/>
        </p:nvSpPr>
        <p:spPr>
          <a:xfrm>
            <a:off x="9226296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09176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9176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Tarea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el carné de la clase</a:t>
            </a:r>
          </a:p>
        </p:txBody>
      </p:sp>
      <p:sp>
        <p:nvSpPr>
          <p:cNvPr id="32" name="Rounded Rectangle 31">
            <a:hlinkClick action="ppaction://hlinksldjump" r:id="rId10"/>
          </p:cNvPr>
          <p:cNvSpPr/>
          <p:nvPr/>
        </p:nvSpPr>
        <p:spPr>
          <a:xfrm>
            <a:off x="502920" y="402336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13308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459028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Repaso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wat kun je nu?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440680"/>
            <a:ext cx="109728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Consejo · Tip.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Luister eerst, spreek na, en durf zelf te praten. Fouten maken hoort erbij.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§1 · ¡ESCUCHA!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Bekijk la escena y escucha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Kijk &amp; luister — de chunks komen uit je oren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17320"/>
            <a:ext cx="676656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85800" y="1645920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María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1627632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Hola. ¿Cómo estás?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176272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48840" y="2157984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Bien. ¿Cómo te llamas?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706624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María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2688336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Yo me llamo María. Encantada.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236976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8840" y="3218688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Encantado. Yo soy Julio.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767328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Fernando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48840" y="3749040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Os presento: María, la nueva profesora.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297680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8840" y="4279392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Encantado de conocerla.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828032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María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48840" y="4809744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Igualmente. Muchas gracias.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53583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Fernando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8840" y="5340096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De nada. ¡Bienvenida!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79" y="1417320"/>
            <a:ext cx="4206240" cy="31089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26679" y="1600200"/>
            <a:ext cx="3749039" cy="2834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Chunks para llevar 🎒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Hola · ¿Cómo estás? · Bien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¿Cómo te llamas? · Me llamo…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Yo soy… · Encantado/a · Igualmente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Muchas gracias · De nada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¡Bienvenida! · Hasta luego · Adiós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79" y="4663440"/>
            <a:ext cx="4206240" cy="1234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26679" y="4800600"/>
            <a:ext cx="3749039" cy="10058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🎬 Vídeo online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Scan de QR op de cursus of open de digitale hub → tabblad Escucha.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9601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SUENA BIEN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Las cinco vocales + el acento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De 5 klinkers &amp; de klemtoon — luister en spreek na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54480"/>
            <a:ext cx="2194560" cy="1783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219456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810512"/>
            <a:ext cx="2194560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4200" b="1" i="0">
                <a:solidFill>
                  <a:srgbClr val="A8323B"/>
                </a:solidFill>
                <a:latin typeface="Bricolage Grotesque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697480"/>
            <a:ext cx="2194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als in ‘bal’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casa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8920" y="1554480"/>
            <a:ext cx="2194560" cy="1783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88920" y="1554480"/>
            <a:ext cx="219456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88920" y="1810512"/>
            <a:ext cx="2194560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4200" b="1" i="0">
                <a:solidFill>
                  <a:srgbClr val="A8323B"/>
                </a:solidFill>
                <a:latin typeface="Bricolage Grotesque"/>
              </a:rPr>
              <a:t>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697480"/>
            <a:ext cx="2194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als in ‘bed’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mesa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74920" y="1554480"/>
            <a:ext cx="2194560" cy="1783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74920" y="1554480"/>
            <a:ext cx="219456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74920" y="1810512"/>
            <a:ext cx="2194560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4200" b="1" i="0">
                <a:solidFill>
                  <a:srgbClr val="A8323B"/>
                </a:solidFill>
                <a:latin typeface="Bricolage Grotesque"/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2697480"/>
            <a:ext cx="2194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als in ‘kiwi’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sí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60920" y="1554480"/>
            <a:ext cx="2194560" cy="1783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60920" y="1554480"/>
            <a:ext cx="219456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60920" y="1810512"/>
            <a:ext cx="2194560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4200" b="1" i="0">
                <a:solidFill>
                  <a:srgbClr val="A8323B"/>
                </a:solidFill>
                <a:latin typeface="Bricolage Grotesque"/>
              </a:rPr>
              <a:t>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60920" y="2697480"/>
            <a:ext cx="2194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als in ‘pot’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hola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646920" y="1554480"/>
            <a:ext cx="2194560" cy="1783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46920" y="1554480"/>
            <a:ext cx="219456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46920" y="1810512"/>
            <a:ext cx="2194560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4200" b="1" i="0">
                <a:solidFill>
                  <a:srgbClr val="A8323B"/>
                </a:solidFill>
                <a:latin typeface="Bricolage Grotesque"/>
              </a:rPr>
              <a:t>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46920" y="2697480"/>
            <a:ext cx="2194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als in ‘boek’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tú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3520440"/>
            <a:ext cx="11201400" cy="77724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3657600"/>
            <a:ext cx="106984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DC2626"/>
                </a:solidFill>
                <a:latin typeface="Bricolage Grotesque"/>
              </a:rPr>
              <a:t>¡Ojo!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e blijft /e/ en o blijft /o/ — géén NL «ei/ou»-glijder.  a · e · i · o · oe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452628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¿Dónde está el acento? · waar ligt de klemtoon?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5029200"/>
            <a:ext cx="1115568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D64550"/>
                </a:solidFill>
                <a:latin typeface="Bricolage Grotesque"/>
              </a:rPr>
              <a:t>HO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·la     me·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LLA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·mo     en·can·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TA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·do     a·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DIÓS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     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GRA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·cias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576072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🔊 Oefen de klanken online op de hub (tabblad Kit · Suena bien).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§2 · 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Saludar y despedirse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Groeten &amp; afscheid nemen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Saludar · begroeten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¡Hola!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hallo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98648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Buenos días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goedemorgen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557016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Buenas tardes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goedemiddag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15384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¿Qué tal?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hoe gaat het?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873752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¿Cómo estás?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hoe gaat het? (jij)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Responder · antwoorden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Bien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goed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898648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Muy bien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heel goed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3557016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Bien, ¿y tú?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goed, en jij?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4215384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Regular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gaat wel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8388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Despedirse · afscheid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Adiós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dag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2898648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Hasta luego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tot straks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3557016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Hasta mañana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tot morgen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4215384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Vale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oké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4873752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¡Nos vemos!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we zien elkaar!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§2 · 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Presentarse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Jezelf voorstellen &amp; de ander leren kennen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5486400" cy="44805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27632"/>
            <a:ext cx="5029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Decir quién eres · zeggen wie je bent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Me llamo…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heet…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44368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Yo soy…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ben…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602736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Soy de…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kom uit…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61104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Encantado / Encantada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aangenaam (m/v)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919472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Igualmente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insgelijks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463040"/>
            <a:ext cx="54864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627632"/>
            <a:ext cx="5029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Preguntar · aan de ander vragen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286000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¿Cómo te llamas?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hoe heet je?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944368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¿Y tú?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en jij?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602736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¿De dónde eres?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waar kom je vandaan?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261104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¿Cómo está usted?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hoe gaat het met u?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5212080"/>
            <a:ext cx="50292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¡Ojo!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me llamo… (niet «yo soy me llamo»).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ser · llamarse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Wie je bent / hoe je heet — functioneel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80160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54480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19072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07361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71953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03549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68141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86352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50944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82540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47132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1737360"/>
            <a:ext cx="5486400" cy="2011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874519"/>
            <a:ext cx="50292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ser — zijn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233172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yo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soy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ben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2770632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tú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eres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jij bent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209544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él/ella/usted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es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hij/zij is · u bent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1737360"/>
            <a:ext cx="5486400" cy="2011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1874519"/>
            <a:ext cx="50292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llamarse — heten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233172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(yo) me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llamo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heet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2770632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(tú) te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llamas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jij heet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3209544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(usted) se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llama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u heet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3977639"/>
            <a:ext cx="11201400" cy="155448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Completa · vul aan (klik voor de oplossing):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Yo ___ de Bélgica.  ¿Cómo ___ llamas?  Ella ___ profesora.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" y="4709160"/>
            <a:ext cx="10698480" cy="64008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 w="19050">
            <a:solidFill>
              <a:srgbClr val="D6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A8323B"/>
                </a:solidFill>
                <a:latin typeface="Inter"/>
              </a:rPr>
              <a:t>soy · te · 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6868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⏭  Saltar</a:t>
            </a:r>
          </a:p>
        </p:txBody>
      </p:sp>
      <p:sp>
        <p:nvSpPr>
          <p:cNvPr id="36" name="Rounded Rectangle 35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⌂  Menú (dia 2)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-o / -a · tú / usted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Man/vrouw &amp; informeel/beleefd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5486400" cy="2103120"/>
          </a:xfrm>
          <a:prstGeom prst="roundRect">
            <a:avLst>
              <a:gd name="adj" fmla="val 5500"/>
            </a:avLst>
          </a:prstGeom>
          <a:solidFill>
            <a:srgbClr val="E8F0FE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37360"/>
            <a:ext cx="5029200" cy="18288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40AF"/>
                </a:solidFill>
                <a:latin typeface="Bricolage Grotesque"/>
              </a:rPr>
              <a:t>♂ Un chico dice…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1E40AF"/>
                </a:solidFill>
                <a:latin typeface="Inter"/>
              </a:rPr>
              <a:t>Encantado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1E40AF"/>
                </a:solidFill>
                <a:latin typeface="Inter"/>
              </a:rPr>
              <a:t>Bienvenido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554480"/>
            <a:ext cx="5486400" cy="2103120"/>
          </a:xfrm>
          <a:prstGeom prst="roundRect">
            <a:avLst>
              <a:gd name="adj" fmla="val 5500"/>
            </a:avLst>
          </a:prstGeom>
          <a:solidFill>
            <a:srgbClr val="FCE7F0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737360"/>
            <a:ext cx="5029200" cy="18288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9D174D"/>
                </a:solidFill>
                <a:latin typeface="Bricolage Grotesque"/>
              </a:rPr>
              <a:t>♀ Una chica dice…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9D174D"/>
                </a:solidFill>
                <a:latin typeface="Inter"/>
              </a:rPr>
              <a:t>Encantada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9D174D"/>
                </a:solidFill>
                <a:latin typeface="Inter"/>
              </a:rPr>
              <a:t>Bienvenida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840480"/>
            <a:ext cx="11201400" cy="1645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023360"/>
            <a:ext cx="1069848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tú  ↔  usted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Met vrienden en klasgenoten: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tú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 (¿Cómo estás? · ¿Cómo te llamas?).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Formeel, met een onbekende volwassene: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usted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 (¿Cómo está usted? · ¿Cómo se llama?).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§3 · PRÁCTICA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Completa el diálogo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Vul samen aan — klik voor de oplossing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6949440" cy="4114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82880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¡Hola! ¿Cómo ___ llamas?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65176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Me ___ Ana. ¿Y ___?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47472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Yo ___ Leo. ___ de Madrid.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29768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¡___! Hasta ___.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0" y="1737360"/>
            <a:ext cx="4023360" cy="365760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 w="19050">
            <a:solidFill>
              <a:srgbClr val="D6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1. te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2. llamo · tú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3. soy · Soy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4. Encantado/a · luego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18120" y="16093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⏭  Saltar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⌂  Menú (dia 2)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04424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§3 · HABLAR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Preséntate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Sta recht, groet en stel je voor — sin leer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6949440" cy="31089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783080"/>
            <a:ext cx="6492240" cy="2743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Modelo · zeg dit hardop: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«¡Hola! Me llamo ____.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Soy de ____. ¡Encantad_!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¿Y tú, cómo te llamas?»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1554480"/>
            <a:ext cx="402336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9560" y="1783080"/>
            <a:ext cx="3566160" cy="2743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¿Cómo? · Werkvorm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1. Draai je naar je buur.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2. Groet en stel je voor.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3. Vraag zijn/haar naam.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4. Wissel van partner (3×).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937760"/>
            <a:ext cx="109728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Interactie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= beurt nemen, luisteren en reageren. Begrijp je iets niet? Zeg: «¿Cómo? / Otra vez, por favor.»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CULTURA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Banda sonora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Leer Spaans via muziek die jullie kennen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Aitana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Las Babys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pop 🇪🇸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Quevedo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Bzrp #52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urban 🇪🇸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47304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75904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Manu Chao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Me gustas tú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clásico 🌎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Karol G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TQG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🇨🇴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5112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53712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Bad Bunny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Tití me preguntó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🇵🇷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47304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75904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Rosalía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La Perla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🇪🇸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029200"/>
            <a:ext cx="11201400" cy="96012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166360"/>
            <a:ext cx="10698480" cy="7315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🎧 La playlist de la clase (Spotify)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+ LyricsTraining (vul de tekst aan terwijl je luistert). Alles op de digitale hub → tabblad Música.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§5 · TAREA FINAL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carné de la clase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Maak je klaskaartje &amp; stel je voor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5486400" cy="3200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554480"/>
            <a:ext cx="5486400" cy="502920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627632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Bricolage Grotesque"/>
              </a:rPr>
              <a:t>CARNÉ · academia Welcome to Spanish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286000"/>
            <a:ext cx="4937760" cy="22860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Me llamo  </a:t>
            </a:r>
            <a:r>
              <a:rPr sz="1500" b="0" i="0">
                <a:solidFill>
                  <a:srgbClr val="E4E3DE"/>
                </a:solidFill>
                <a:latin typeface="Inter"/>
              </a:rPr>
              <a:t>________________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Soy de  </a:t>
            </a:r>
            <a:r>
              <a:rPr sz="1500" b="0" i="0">
                <a:solidFill>
                  <a:srgbClr val="E4E3DE"/>
                </a:solidFill>
                <a:latin typeface="Inter"/>
              </a:rPr>
              <a:t>__________________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Mi emoji  </a:t>
            </a:r>
            <a:r>
              <a:rPr sz="1500" b="0" i="0">
                <a:solidFill>
                  <a:srgbClr val="E4E3DE"/>
                </a:solidFill>
                <a:latin typeface="Inter"/>
              </a:rPr>
              <a:t>____________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554480"/>
            <a:ext cx="5486400" cy="320040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737360"/>
            <a:ext cx="5029200" cy="2834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Los pasos · stappen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1. Vul je carné in.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2. Stel je voor (sin leer): «¡Hola! Me llamo…»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3. Vraag 3 klasgenoten naam + herkomst.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4. Sluit af: «¡Encantad_! Hasta luego.»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029200"/>
            <a:ext cx="109728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🏁 Klaar als…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je jezelf vlot voorstelt zónder af te lezen, de juiste vorm (-o/-a) gebruikt en 3 namen genoteerd hebt.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6236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REPASO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Wat je nu kunt — semáforo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54480"/>
            <a:ext cx="6949440" cy="40233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6492240" cy="3657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Zo groet &amp; stel je je voor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0242E"/>
                </a:solidFill>
                <a:latin typeface="Inter"/>
              </a:rPr>
              <a:t>¡Hola! Me llamo ___. Soy de ___. Encantad_.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0242E"/>
                </a:solidFill>
                <a:latin typeface="Inter"/>
              </a:rPr>
              <a:t>¿Y tú, cómo te llamas?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Onthou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ser: soy · eres · es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llamarse: me/te/se + llamo/llamas/llama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-o = ♂ · -a = ♀   |   tú = vriend · usted = beleefd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0" y="1554480"/>
            <a:ext cx="4023360" cy="40233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09560" y="1737360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Puedo… · Ik kan…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2331720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groeten &amp; afscheid nemen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898648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mezelf voorstellen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09560" y="3465576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iemand naar naam vragen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032504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-o/-a &amp; tú/usted kiezen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4892040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🎮 Repasa jugando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online op de hub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FFFFF"/>
                </a:solidFill>
                <a:latin typeface="Bricolage Grotesque"/>
              </a:rPr>
              <a:t>Docentendossier · Unidad 1 «Presentaciones»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64240" cy="4937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BEAEC"/>
                </a:solidFill>
                <a:latin typeface="Bricolage Grotesque"/>
              </a:rPr>
              <a:t>Timing (2 lesuren van 50 min).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ECEAE3"/>
                </a:solidFill>
                <a:latin typeface="Inter"/>
              </a:rPr>
              <a:t>Les 1: Escucha + Kit (saludos/presentarse) + eerste práctica. Les 2: gramática functioneel, hablar, tarea + música.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BEAEC"/>
                </a:solidFill>
                <a:latin typeface="Bricolage Grotesque"/>
              </a:rPr>
              <a:t>Aanpak C4 (survival).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ECEAE3"/>
                </a:solidFill>
                <a:latin typeface="Inter"/>
              </a:rPr>
              <a:t>Chunks komen auditief binnen (luisteren → naspreken). Grammatica enkel functioneel, geen volledige conjugatie — dat is voor het 5de. Zo krijgen de 4MOT-leerlingen voorsprong in de mechaniek zonder de leerplanstof van C5 op te gebruiken.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BEAEC"/>
                </a:solidFill>
                <a:latin typeface="Bricolage Grotesque"/>
              </a:rPr>
              <a:t>Evaluatie.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ECEAE3"/>
                </a:solidFill>
                <a:latin typeface="Inter"/>
              </a:rPr>
              <a:t>Mondelinge mini-taak (preséntate + 3 klasgenoten) + herkennen van saludos/chunks. Geen leerplan → focus op «kunnen gebruiken in de praktijk».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1">
                <a:solidFill>
                  <a:srgbClr val="A6A29A"/>
                </a:solidFill>
                <a:latin typeface="Inter"/>
              </a:rPr>
              <a:t>Oplossingen staan bij elke oefendia in de presenter-notities; antwoorden verschijnen bij klik.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0242E"/>
      </a:dk2>
      <a:lt2>
        <a:srgbClr val="F3EEE4"/>
      </a:lt2>
      <a:accent1>
        <a:srgbClr val="D64550"/>
      </a:accent1>
      <a:accent2>
        <a:srgbClr val="A8323B"/>
      </a:accent2>
      <a:accent3>
        <a:srgbClr val="C25A63"/>
      </a:accent3>
      <a:accent4>
        <a:srgbClr val="E08A90"/>
      </a:accent4>
      <a:accent5>
        <a:srgbClr val="9D2A33"/>
      </a:accent5>
      <a:accent6>
        <a:srgbClr val="FBEAEC"/>
      </a:accent6>
      <a:hlink>
        <a:srgbClr val="A8323B"/>
      </a:hlink>
      <a:folHlink>
        <a:srgbClr val="D6455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0242E"/>
      </a:dk2>
      <a:lt2>
        <a:srgbClr val="F3EEE4"/>
      </a:lt2>
      <a:accent1>
        <a:srgbClr val="D64550"/>
      </a:accent1>
      <a:accent2>
        <a:srgbClr val="A8323B"/>
      </a:accent2>
      <a:accent3>
        <a:srgbClr val="C25A63"/>
      </a:accent3>
      <a:accent4>
        <a:srgbClr val="E08A90"/>
      </a:accent4>
      <a:accent5>
        <a:srgbClr val="9D2A33"/>
      </a:accent5>
      <a:accent6>
        <a:srgbClr val="FBEAEC"/>
      </a:accent6>
      <a:hlink>
        <a:srgbClr val="A8323B"/>
      </a:hlink>
      <a:folHlink>
        <a:srgbClr val="D6455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