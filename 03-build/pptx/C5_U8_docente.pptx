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8 = Perú (Cusco · Machu Picchu): de laatste halte van jaar 5. Gastvrouw = Nina. Doel: contar qué has hecho met het pretérito perfecto compuesto (haber + participio), de participios (reg. -ado/-ido + irregular hecho/visto/dicho…), de marcadores (ya/todavía no/hoy/alguna vez/nunca) en el tiempo (hace sol/frío, llueve, nieva, está nublado). Kernvalstrik: haber ≠ tener (has hecho, niet tienes hecho); participio blijft gelijk (ha comidO). Docentdeck = vrije navigatie + oplossing in notities; leerlingdeck (.pptx, F5) = elke klik onthult het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(perfecto compuesto) → §2 (participios) = het hart van de unit. Kruisverwijzing print/HTML: «oefen online — 18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(viajes/transporte/clima). Laat raden zónder de NL-gloss. Online: flip cards + Memoria de los viajes + El tiempo y el clima.</a:t>
            </a:r>
          </a:p>
          <a:p/>
          <a:p>
            <a:r>
              <a:t>— SOLUCIÓN (docent · presenter view) —</a:t>
            </a:r>
          </a:p>
          <a:p>
            <a:r>
              <a:t>🔴 «Het is warm (weer)» = hace calor (niet «es caliente»).</a:t>
            </a:r>
          </a:p>
          <a:p>
            <a:r>
              <a:t>Drie manieren voor het weer: hace (sol/frío) · un verbo (llueve/nieva) · está (nublado).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Twee delen zichtbaar maken: haber (vervoegd) + participio (vast). Verbindt verleden met nu (hoy/esta semana). Online: «completa: haber + participio» (cloze) + haber Tetris.</a:t>
            </a:r>
          </a:p>
          <a:p/>
          <a:p>
            <a:r>
              <a:t>— SOLUCIÓN (docent · presenter view) —</a:t>
            </a:r>
          </a:p>
          <a:p>
            <a:r>
              <a:t>Regla: haber (he, has, ha, hemos, habéis, han) + participio. Auxiliar = haber, niet tener. De participio blijft gelijk (ha comidO).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de vorm bouwen (haber + participio), klik dan. Online: «haber + participio» (cloze) + haber Tetris.</a:t>
            </a:r>
          </a:p>
          <a:p/>
          <a:p>
            <a:r>
              <a:t>— SOLUCIÓN (docent · presenter view) —</a:t>
            </a:r>
          </a:p>
          <a:p>
            <a:r>
              <a:t>Onregelmatige participios hier: ver → visto · escribir → escrito · hacer → hecho.</a:t>
            </a:r>
          </a:p>
          <a:p>
            <a:r>
              <a:t>De rest is regelmatig: subir → subido · sacar → sacado · viajar → viajado.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participios (reveal). Onthul per kaart; laat de vorm voorspellen. Rood = irregular (memoriseren). Online: «participio ↔ infinitivo» (match) + «regular o irregular» (classify) + «participio irregular» (cloze).</a:t>
            </a:r>
          </a:p>
          <a:p/>
          <a:p>
            <a:r>
              <a:t>— SOLUCIÓN (docent · presenter view) —</a:t>
            </a:r>
          </a:p>
          <a:p>
            <a:r>
              <a:t>🔴 Los 8 irregulares: hecho, visto, dicho, escrito, vuelto, puesto, abierto, roto. Truco: muchos acaban en -to o -cho.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marcadores. Twee soorten: periode-die-loopt vs. ervaring. Onthul per klik. Online: «¿ya, todavía no o…?» (cloze) + «periodo o experiencia» (classify).</a:t>
            </a:r>
          </a:p>
          <a:p/>
          <a:p>
            <a:r>
              <a:t>— SOLUCIÓN (docent · presenter view) —</a:t>
            </a:r>
          </a:p>
          <a:p>
            <a:r>
              <a:t>Deze marcadores + perfecto compuesto: hoy · esta semana · este año · ya · todavía no · alguna vez · nunca · muchas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participio (retrieval). Klas roept regular/irregular vóór de klik. Online: «regular o irregular» (classify).</a:t>
            </a:r>
          </a:p>
          <a:p/>
          <a:p>
            <a:r>
              <a:t>— SOLUCIÓN (docent · presenter view) —</a:t>
            </a:r>
          </a:p>
          <a:p>
            <a:r>
              <a:t>Regular = -ado (-ar) / -ido (-er,-ir). Irregular = hecho, visto, dicho, escrito, vuelto, puesto, abierto, roto.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voorspellen (titel/foto), dan scannen. Onthul de antwoorden pas na de klas. Daarna: leerlingen schrijven hun eigen dagboekdag (transfer → Tarea Mis vacaciones).</a:t>
            </a:r>
          </a:p>
          <a:p/>
          <a:p>
            <a:r>
              <a:t>— SOLUCIÓN (docent · presenter view) —</a:t>
            </a:r>
          </a:p>
          <a:p>
            <a:r>
              <a:t>🎯 Leesdoel: volg wat Nina wél/niet gedaan heeft + het weer. Scannen,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verhaal voor (of TTS). Klas noteert het participio; onthul per klik. Koppel meteen aan de spreekopdracht (§1 ¿qué has hecho tú?).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«Este verano he subido a Machu Picchu y he sacado muchas fotos.» …</a:t>
            </a:r>
          </a:p>
          <a:p>
            <a:r>
              <a:t>Daarna spreken: leerling vertelt zelf wat hij/zij gedaan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ya/todavía no (reveal). Coro: klas zegt ya/todavía no vóór de klik. Online: «¿ya, todavía no o…?» (cloze).</a:t>
            </a:r>
          </a:p>
          <a:p/>
          <a:p>
            <a:r>
              <a:t>— SOLUCIÓN (docent · presenter view) —</a:t>
            </a:r>
          </a:p>
          <a:p>
            <a:r>
              <a:t>ya (✅ klaar) staat vóór het perfecto; todavía no (⏳) ook. ¿Alguna vez has…? = «Heb je ooit…?».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vertellen-wat-je-gedaan-hebt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«He ido a Perú. He viajado en avión. Ha hecho frío en la sierra. He visto Machu Picchu. Me ha encantado.»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perfecto compuesto (4×), participios, marcadores, het weer. Dit voedt de Tarea «Mis vacaciones».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transporte/clima. Klik onthult; koppel elk woord aan een perfecto-compuesto-zin.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perfecto compuesto: He viajado en tren · ha hecho sol · me he puesto el abrigo (hace frío).</a:t>
            </a:r>
          </a:p>
          <a:p>
            <a:r>
              <a:t>Drie manieren voor het weer: hace (sol/frío) · un verbo (llueve/nieva) · está (nublado).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Tilde diacrítica = valstrik. Conectores = ideaal voor het reisdagboek. Meteen toepassen in de mini-tekst. Online: «tilde diacrítica» + «ordena el diario».</a:t>
            </a:r>
          </a:p>
          <a:p/>
          <a:p>
            <a:r>
              <a:t>— SOLUCIÓN (docent · presenter view) —</a:t>
            </a:r>
          </a:p>
          <a:p>
            <a:r>
              <a:t>🔴 A: het streepje zit op het woord met de «sterkste» betekenis: persoon (tú, él), vraag (qué), ja (sí), meer (más).</a:t>
            </a:r>
          </a:p>
          <a:p>
            <a:r>
              <a:t>B: primero → luego/después → al final (voor je reisverslag).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de drie klimaatzones met België. Bruggetje naar de Tarea Mis vacaciones. Online: «país ↔ clima» (match) + de kaart van de Spaanstalige wereld.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het weer waar jij woont in verschillende seizoenen (¿qué tiempo hace en verano/invierno?).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el tiempo. Klas vult de zin vóór de klik. Daarna: het weerbericht van een verzonnen stad vertellen (spreken).</a:t>
            </a:r>
          </a:p>
          <a:p/>
          <a:p>
            <a:r>
              <a:t>— SOLUCIÓN (docent · presenter view) —</a:t>
            </a:r>
          </a:p>
          <a:p>
            <a:r>
              <a:t>Drie manieren: hace + sol/frío/calor · un verbo (llueve/nieva) · está nublado / hay tormenta. Temperatuur: estamos a … grados.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(¿adónde ha viajado la clase?).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haber · participios (reg/irreg) · marcadores ·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(18 spellen). Fin del viaje de 5º; bruggetje: C6 «Historias y mundos» — el viaje continúa hacia el pasado (indefinido/imperfecto, biografías).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(U8_cocktail.md).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440923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8 · PERÚ · CUSCO · MACHU PICCHU 🇵🇪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¿Qué has hecho?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Viajes y experiencias recientes: el perfecto compuesto, los participios y el tiempo — en los Andes, con Nina.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has hecho este año?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heb je dit jaar gedaan?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val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«Mis vacaciones»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He hecho…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perfecto compuesto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-ado/-ido + irregular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Marcadores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todavía no · nunca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sol · llueve · nieva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diario de Nina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 · Machu Picchu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Andes y el clima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Mis vacaciones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reisverslag (vlog/tekst)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Viajes,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viaje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maleta · el billete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vacaciones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vakantie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hotel · la playa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avión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tren · el barco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montaña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excursión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hace sol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is zonnig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 calor · hace frío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llueve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regent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nieva · está nublado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lama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Machu Picchu 🇵🇪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pasaporte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paspoort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foto · el recuerdo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Marcadores: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hoy · esta semana · este año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ya ↔ todavía no · alguna vez · nunca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«Het is warm (weer)» =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hace calor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«es caliente»).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Pretérito perfecto compuesto —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functie. haber (he/has/ha…) + participio.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400" b="1" i="0">
                <a:solidFill>
                  <a:srgbClr val="1E9E74"/>
                </a:solidFill>
                <a:latin typeface="Bricolage Grotesque"/>
              </a:rPr>
              <a:t>visto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Machu Picchu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hoy.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auxiliar «haber»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yo →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tú →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1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él/ella →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1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 subido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nosotros →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19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hemos ido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vosotros →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19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habéis hecho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ellos →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19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han vuelto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(he, has, ha, hemos, habéis, han) + participio. Auxiliar = haber, niet tener. De participio blijft gelijk (ha comidO).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Completa: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Let op de onregelmatige participios.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a Machu Picchu (subir)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 subido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las llamas? (ver)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(Nosotros) ___ fotos (sacar)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hemos sacado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Nina ___ una postal (escribir)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(Ellos) ___ en tren (viajar)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han viajado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¿(Vosotros) ___ la maleta? (hacer)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habéis hecho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Onregelmatige participios hier: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 → visto · escribir → escrito · hacer → hecho.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rest is regelmatig: subir → subido · sacar → sacado · viajar → viajado.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— la máquina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participio verschijnt. -ar → -ado · -er/-ir → -ido · irregulares.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-ar → -ado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· -er/-ir → -ido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· irregulares (memorizar)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viajado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comido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vivido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hecho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visto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escrito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vuelto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puesto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abierto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Los 8 irregulares: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hecho, visto, dicho, escrito, vuelto, puesto, abierto, roto.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Truco: muchos acaban en -to o -cho.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— ya / todavía no / nunca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periode of ervaring. Ze kondigen het perfecto compuesto aan.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📅 Periodo abierto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hoy · esta semana · este año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✅ 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ya he hecho la maleta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⏳ todavía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todavía no he comido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🌍 Experiencia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¿Has viajado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🚫 nunca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Nunca he estado en Perú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🔁 muchas veces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 he visto muchas veces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ya (klaar ✅) ↔ todavía no (nog niet ⏳).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nunca + he… = «ik heb nooit…».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Deze marcadores +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hoy · esta semana · este año · ya · todavía no · alguna vez · nunca · muchas veces.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¿Participio regular o irregular?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de participio + het type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viajar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viajado · 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hecho · irregular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comido · regular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visto · irregular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escrito · irregular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subir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subido · regular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Regular = -ado (-ar) / -ido (-er,-ir).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Irregular = hecho, visto, dicho, escrito, vuelto, puesto, abierto,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diario de viaje de Nina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«Lunes: he llegado a Cusco en avión. Hace frío y está nublado. He visto la Plaza de Armas. Martes: he cogido el tren y he subido a Machu Picchu. Ha hecho sol. He visto las llamas y he escrito una postal.»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viajado a Cusco?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avión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tiempo hace en Cusco?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Hace frío y está nublado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ido a Machu Picchu?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tren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 visto en Machu Picchu?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Las llamas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volg wat Nina wél/niet gedaan heeft + het weer. Scannen,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han hecho este verano?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personas cuentan. Klik un nombre → wat ze gedaan hebben.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Nina 🇵🇪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subido a Machu Picchu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Diego 🇲🇽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comido en un mercado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Lucía 🇪🇸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ido a la playa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Valen 🇨🇴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viajado en barco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«Este verano he subido a Machu Picchu y he sacado muchas fotos.»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vertelt zelf wat hij/zij gedaan heeft.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¿ya o todavía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taak → ya (✅) of todavía no (⏳). De checklist van Nina.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hecho la maleta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reservado el hotel 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comprado el billete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llamado al hotel 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he puesto el abrigo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subido a la montaña 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ya = al (klaar) · todavía no = nog niet. ¿Ya has comido? → No, todavía no.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ya (✅ klaar) staat vóór het perfecto; todavía no (⏳) ook.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¿Alguna vez has…? = «Heb je ooit…?».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viaje!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Vertel wat je gedaan hebt.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ido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viajado 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tiempo?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 hecho…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visto…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¿Te ha gustado?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ha encantado.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viaje.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57748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cuenta tu viaje»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«He ido a Perú. He viajado en avión. Ha hecho frío en la sierra. He visto Machu Picchu. Me ha encantado.»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diario 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één dagboekdag.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diario: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4× perfecto compuesto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+ participio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95728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1 marcador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hoy · ya · nunca…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779776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transporte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viajado 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63824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tiempo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ha hecho…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547872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conectores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primero · luego · al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una foto/dibujo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con onderschrift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«Hoy he llegado a Cusco en avión. Ha hecho frío. Primero he visto la plaza, luego he comido. Todavía no he subido a la montaña.»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CLIMA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avión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vliegtuig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trein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boot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sol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zonnig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frío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koud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llueve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regent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nieva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sneeuwt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está nublado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bewolkt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tormenta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storm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paraguas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paraplu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sneeuw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 viajado en tren · ha hecho sol · me he puesto el abrigo (hace frío).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tilde diacrítica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Zelfde letters, ander streepje = andere betekenis.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tilde diacrítica: mismo sonido, tilde ≠ significado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¿(Tú/Tu) ___ has viajado?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Tú (persoon)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(él/el) ___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el (lidwoord)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¿(Qué/Que) ___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Qué (vraag)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—¿Has comido? —(Sí/Si)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Sí (ja)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cogido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subido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sacado fotos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vuelto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streepje zit op het woord met de «sterkste» betekenis: persoon (tú, él), vraag (qué), ja (sí), meer (más).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al final (voor je reisverslag).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Machu Picchu y el clima andino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Perú: tres climas en un país.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🏔️ Machu Picchu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ciudad inca, a 2430 m. Se llega en tren desde Cusco y luego a pie. Una de las siete maravillas del mundo.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símbolo de Perú.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🦙 Los Andes y las llamas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sierra es alta y fría. Allí viven las llamas y las alpacas. En Cusco (3400 m) hace frío por la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Cusco = capital inca.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🌦️ Los tres climas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Costa (sol, seco), sierra (frío, nieva) y selva (calor, llueve). ¡Tres climas en un día! Nina lleva abrigo y paraguas.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18:00… lleva paraguas.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het weer waar jij woont in verschillende seizoenen (¿qué tiempo hace en verano/invierno?).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sol (het is zonnig)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nublado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regent)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llueve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frío en Cusco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sneeuwt) en los Andes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nieva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 20 grados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Drie manieren: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hace + sol/frío/calor · un verbo (llueve/nieva) · está nublado / hay tormenta. Temperatuur: estamos a … grados.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🎒 Tarea final · Mis vacaciones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Escribe (of graba en vlog) el diario de tus vacaciones con el perfecto compuesto.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destino y el momento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echt of verzonnen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ficha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transporte · tiempo · 3 cosas que has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diario (mín. 5 frases)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perfecto compuesto + marcadores + el tiempo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Graba un vlog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doe het in pareja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Añade una foto/dibujo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 onderschrift («He visto…»)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5× perfecto compuesto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participios correctos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tiempo + transporte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marcadores/conectores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reiziger) · ontvanger je familie/vrienden · doel je reis navertellen · situatie terug van vakantie · resultaat: reisverslag (of vlog) met perfecto compuesto.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nosotros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visto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 «nog niet»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todavía 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___ hecho? (tú)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weer: ___ sol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escribir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escrito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· participios (reg/irreg) · marcadores · el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(18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 compuesto: haber (he, has, ha, hemos, habéis, han) + participio: «He viajado. ¿Has visto?».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Participios: -ar → -ado · -er/-ir → -ido. Irregular: hecho, visto, dicho, escrito, vuelto, puesto, abierto,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(periode) · ya ↔ todavía no · alguna vez · nunca · muchas veces (ervaring).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tiempo: hace sol/calor/frío/viento · llueve · nieva · está nublado · estamos a … grados.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(has hecho) · participio blijft gelijk (ha comidO) · tilde diacrítica (tú/tu · qué/que).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contar qué has hecho (perfecto)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participios (reg + irreg)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marcadores (ya/todavía no/nunca)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hablar del tiempo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viajes/transporte benoemen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U8 «¿Qué has hecho?»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Menu 2' · perfecto compuesto 10' · participios 8' · marcadores 6' · el tiempo 6' · lectura/escucha 8' · cultura 3' · Tarea-briefing 3' · repaso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haber ≠ tener (has hecho, niet tienes hecho) · participio blijft gelijk (ha comidO) · irregulares (hecho/visto/dicho/escrito/vuelto/puesto/abierto/roto) · hace calor ≠ es caliente · tilde diacrítica (tú/tu · qué/que · sí/si · más/mas).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Alles start vanaf nul. Sterker: volledig reisverslag met marcadores + het weer + irregulares. Zwakker: haber-tabel + participio-lijst langer open, zinsframes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18 spellen + flip cards + klikbare kaart + recorder (Hablar) + Lectura (diario de Nina) op de página digital. QR's in het boek → juiste anker. Conjugador = aparte tool (enkel presente).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Tarea «Mis vacaciones» met rúbrica (4 criteria). LPD 3·4·7·8 + 5 (cultura) + 1·2 (receptief: lezen/luisteren). Scope: perfecto compuesto = A2-eindstructuur jaar 5 (géén indefinido/imperfecto/futuro/subjuntivo).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