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11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3997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COSTA RICA 🇨🇷 · ¡PURA VIDA! 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¡Opina y cuídate!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Consejos: el imperativo (cuida, come, haz) · opinar y argumentar.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¿Qué haces para cuidarte y cuidar el planeta?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Wat doe jij om voor jezelf én de planeet te zorgen?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7: Costa Rica (¡la última!)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cartel de opinión»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Salud y planeta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cuerpo · reciclar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El imperativo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· come · haz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+ pronombre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cuídate · hazlo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Opinar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+ indicativo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Conectores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porque · además · por eso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diez consejos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Costa Rica · pura vida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Cartel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consejos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salud y el medio ambiente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gezondheid en milieu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salud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gezondheid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sano ↔ enfermo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ejercicio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beweging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hacer deporte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dieta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voeding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comer sano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descansar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rusten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dormir · el estrés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medio ambiente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milieu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planeta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reciclar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recyclen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basura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ahorrar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besparen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energía · el agua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proteger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beschermen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árbol · el bosque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Contrarios: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sano ↔ enfermo · limpio ↔ sucio · ahorrar ↔ gastar · proteger ↔ contaminar.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Salud: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cuerpo, sano, el deporte, la dieta, dormir, cuidarse, el estrés.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Medio ambiente: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planeta, reciclar, la basura, ahorrar, la energía, proteger, el árbol.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imperativo (tú) — dar consejos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-a · -er/-ir → -e. Voor advies en instructies.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EA7317"/>
                </a:solidFill>
                <a:latin typeface="Bricolage Grotesque"/>
              </a:rPr>
              <a:t>Recicla </a:t>
            </a:r>
            <a:r>
              <a:rPr sz="2100" b="1" i="0">
                <a:solidFill>
                  <a:srgbClr val="B4309A"/>
                </a:solidFill>
                <a:latin typeface="Bricolage Grotesque"/>
              </a:rPr>
              <a:t>el papel </a:t>
            </a:r>
            <a:r>
              <a:rPr sz="2100" b="1" i="0">
                <a:solidFill>
                  <a:srgbClr val="7C3AED"/>
                </a:solidFill>
                <a:latin typeface="Bricolage Grotesque"/>
              </a:rPr>
              <a:t>porque </a:t>
            </a:r>
            <a:r>
              <a:rPr sz="2100" b="1" i="0">
                <a:solidFill>
                  <a:srgbClr val="2563EB"/>
                </a:solidFill>
                <a:latin typeface="Bricolage Grotesque"/>
              </a:rPr>
              <a:t>es importante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formas (+ 8 irregulares)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-ar → -a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cuida / recicla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-er/-ir → -e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come / vive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o→ue / e→ie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duerme / cierra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hacer → haz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haz deporte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ir → ve · ser → sé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ve / sé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ten·ven·pon·di·sal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irregulares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-a · -er/-ir → -e. 8 irregulares: ten·ven·pon·haz·di·sal·sé·ve. Advies/instructie.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imperativo?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(comer) más verdura.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(beber) agua.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Bebe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(hacer) deporte.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Haz 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(reciclar) el papel.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Recicla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(ir) al médico.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Ve 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(ser) responsable.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Sé 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-a · -er/-ir → -e · 8 irregulares (haz, ve, sé, di, ten…).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Opinar y argumentar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wat volgt. creo que + indicativo (géén subjuntivo).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 (indicativo)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… reciclar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debemos (indicativo)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mi …, hay basura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opinión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(No) estoy de … contigo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acuerdo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… que tienes razón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parece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Tienes 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razón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Creo que / Pienso que / En mi opinión + INDICATIVO (es, debemos). Reageren: (no) estoy de acuerdo · tienes razón.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— argumentar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porque (reden) · además (toevoeging) · por eso (gevolg) · sin embargo (tegenstelling).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Reciclo </a:t>
            </a:r>
            <a:r>
              <a:rPr sz="1800" b="1" i="0">
                <a:solidFill>
                  <a:srgbClr val="7C3AED"/>
                </a:solidFill>
                <a:latin typeface="Inter"/>
              </a:rPr>
              <a:t>porque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es sano.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Además,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ahorra dinero.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want/omdat (reden)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además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bovendien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eso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daarom (gevolg)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sin embargo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echter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un lado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enerzijds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484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otro lado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anderzijds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porque = reden · además = toevoeging · por eso = gevolg. 🔴 want/omdat = porque · dus = por eso (niet «luego»). Komma na además/por eso/sin embargo.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¿A favor o en contra? (del coche)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argument → a favor / en contra.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rápido.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Contamina el aire.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cómodo cuando llueve.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 mucho ruido.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Da libertad para viajar.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Gasta gasolina.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Debate: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un argumento a favor + uno en contra + tu opinión (creo que… porque…).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«Diez consejos para el planeta»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«Creo que todos podemos ayudar. Recicla el papel. Ahorra agua: cierra el grifo. Usa la bici, porque el coche contamina. Come más verdura. No tires basura al suelo. ¡Por eso, cuida el planeta hoy!»</a:t>
            </a:r>
          </a:p>
        </p:txBody>
      </p:sp>
      <p:pic>
        <p:nvPicPr>
          <p:cNvPr id="12" name="Picture 11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«Estoy de acuerdo. Yo voy en bici porque es sano y no contamina. Además, ahorro dinero. Sin embargo, en mi pueblo no hay carril bici. ¡Pura vida!»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transporte recomienda?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bici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¿Por qué usar la bici?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coche contamina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¿Está de acuerdo el lector?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falta en su pueblo?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carril bici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de imperativos (recicla, usa…) + una opinión.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opinas del medio ambiente?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gesprek.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¿De qué hablan?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del medio ambiente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opina Valen?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hay que reciclar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consejo dan?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usa la bici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¿Están de acuerdo?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Sí, los dos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«Creo que debemos reciclar más. Usa la bici porque el coche contamina. Estoy de acuerdo.»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geeft zijn mening, B reageert (de acuerdo / no).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imperativo + pronombre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Het pronomen plakt vast (let op het accent).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cuida + 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haz + 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hazlo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recicla + 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recíclalo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 + 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bébela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 +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dime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protege + 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protégelo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 + me + 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dímelo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pon + lo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ponlo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Enclíticos: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pronomen plakt achteraan. Langer woord → accent: cuídate, recíclalo, dímelo.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Korte vormen géén accent: hazlo, dime, ponlo, dilo.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Imperativo + opinar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antwoord.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imperativo (tú)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+ 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 (indicativo)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ben het eens»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 de acuerdo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 / omdat»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«daarom»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 eso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imperativo (+ pronombre) · opinar (creo que + indicativo) · conectores.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Da consejos y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consejo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Come sano…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Otro consejo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Recicla…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Creo que…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argumento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Reacciona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Estoy de acuerdo…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Concluye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Por eso…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418734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tus consejos / tu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«Come sano y haz deporte. Recicla el papel. Creo que debemos cuidar el planeta porque es de todos. Además, es fácil. Por eso, ¡empieza hoy!»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cartel de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opinie-affiche.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cartel: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tema (salud o medio ambiente)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consejos (imperativo)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pronombre (cuídate, hazlo)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+ indicativo)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dos conectores (porque, además)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objeción (sin embargo…)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«¡Cuida el planeta! Recicla el papel. Ahorra agua. Usa la bici. Creo que es urgente porque contaminamos mucho. Además, es fácil. Por eso, ¡empieza hoy!»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 y planeta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sano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gezond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enfermo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ziek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consejo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tip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estrés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stress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reciclar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recyclen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basura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afval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ahorrar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besparen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proteger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beschermen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contaminar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vervuilen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planeta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planeet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árbol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boom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energía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energie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Contrarios: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sano ↔ enfermo · limpio ↔ sucio · ahorrar ↔ gastar · proteger ↔ contaminar.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Colocaciones: comer sano · hacer deporte · beber agua · ahorrar energía.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enclítico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argumentatie.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el acento en los enclíticos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cuidate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comelo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cómelo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protegelo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protégelo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dimelo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dímelo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 argumentación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porque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want/omdat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además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bovendien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por eso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daarom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sin embargo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echter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langere vormen krijgen accent: cuídate, cómelo, protégelo, dímelo. Korte: hazlo, dime.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porque (reden) · además (toevoeging) · por eso (gevolg) · sin embargo (tegenstelling).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7: COSTA 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Costa Rica y la «pura vida»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Sin ejército, ecoturismo y biodiversidad.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🕊️ Sin ejército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1948 schafte Costa Rica zijn leger af. Het geld gaat naar onderwijs en gezondheidszorg. Een uniek voorbeeld van vrede.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ejemplo de paz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🌿 Ecoturismo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Meer dan 25 % van het land is beschermde natuur: regenwoud, vulkanen, stranden. Costa Rica huisvest ~5 % van alle soorten op aarde.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biodiversidad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🐒 ¡Pura vida!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«Pura vida» hoor je overal: als groet, bedankje of «alles oké». Het vat de optimistische levensstijl van de «ticos» samen.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una filosofía de vida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¿te parece bien un país sin ejército? Geef je mening (creo que… porque…).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📢 Tarea final · Mi cartel de opinión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Crea un cartel con consejos (imperativo) y tu opinión argumentada.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Elige un 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salud o medio ambiente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Da 4 consejos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«Recicla el papel», «Cuídate» (imperativo)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tu opinión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que… porque… Además… Por eso…»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Reacciona a una objeción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«Sin embargo, algunos dicen que… pero…»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imperativo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pronombre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dos conectores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overtuigen &amp; adviseren · situatie de expositie «Pura Vida» · resultaat: cartel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comer → imperativo (tú)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imperativo (tú)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+ 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 / omdat»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«bovendien»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además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ben het eens»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 de acuerdo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«daarom»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 eso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imperativo (+ pronombre) · opinar (creo que + indicativo)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6517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Imperativo (tú): -ar → -a (cuida) · -er/-ir → -e (come, vive).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8 irregulares: ten · ven · pon · haz · di · sal · sé · 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pronombre: cuídate · hazlo · dímelo (let op het accent).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3464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 (indicativo): creo que / pienso que / en mi opinión + es/debemos… (géén subjuntivo).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3697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Conectores: porque (reden) · además (toevoeging) · por eso (gevolg) · sin embargo (tegenstelling).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3931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haz (niet «hace») · accent cuídate · want/omdat = porque · dus = por eso.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5196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advies geven (come, haz, cuídate)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4690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pronomen aanplakken (cuídate, hazlo)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7608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mening geven (creo que + indicativo)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0527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argumenteren (porque/además/por eso)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93445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praten over salud &amp; medio ambiente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