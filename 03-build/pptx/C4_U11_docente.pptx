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Openingsdia. Lees het citaat voor en vraag wat ze al herkennen.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Julio zit in een bar en hoort dat iedereen ergens anders heen gaat: zij naar de Canarische Eilanden, hij naar het dorp van zijn ouders in Ávila, waar het ijskoud is. Alles wat ze zeggen heb je zelf nodig zodra iemand vraagt waar jij naartoe gaat — en wat voor weer het daar 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Speel het fragment af (digitale pagina, tabblad Escucha). Eerst zonder tekst, daarna meelezen.
Vertaling:
Julio: Zij gaat op vakantie naar het strand, naar de Canarische Eilanden. Daar is het altijd mooi weer. Ze reist met wat vrienden; met een vriend, een Engelsman.
Camarero: Dat is vier vijftig.
Julio: Ik niet, ik ga naar het dorp van mijn ouders, Cabezas de Bonilla, in Ávila. Dat ligt dicht bij Madrid.
Camarero: Ávila is mooi.
Julio: Maar wat is het daar koud… Zo koud is het nooit in Madrid.
Camarero: Het goede is dat je tenminste bij je familie kan zijn.
Camarero: Je brengt de kerstdagen door met de jouwen. Met je ouders, je ooms en tantes, je broers en zussen.
Camarero: Je schoonbroers en schoonzussen.
Julio: Precies. Soms word je moe van restaurants en stranden en hotels. Vrienden, geliefden, drankjes, wijn, feest. De familie daarentegen…
Camarero: Wat?
Julio: Nee, ik zeg dat familie voor altijd is.
Julio: Juist. En jij, blijf jij in Madrid?
Camarero: Ik ga elk jaar naar de Caraïben.
Julio: En de familie?
Camarero: Het is gewoon dat ik graag ga duiken.
Julio: Juist. Zij duikt ook graag.
Camarero: Waarom probeer je het niet?
Julio: Tja, in Ávila is dat moeilijk, weet je. Ik ga veel naar de film.
Clienta: Ik hou van film en ik hou van opera.
Julio: Ik ga bijna nooit naar de opera.
Clienta: En sport. Ik ga drie keer per week naar de sportschool. Ik doe yoga.
Julio: Wat goed!
Clienta: Hou jij van yoga? Kijk, kijk wat ik met mijn been kan. Ik ben heel lenig.
Julio: Dat zie ik, ja.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Speel het fragment af (digitale pagina, tabblad Escucha). Eerst zonder tekst, daarna meelezen.
Vertaling:
Clienta: Oe, wat waait het hard!
Julio: Ja.
Clienta: In de winter is het koud.
Julio: En winderig.
Clienta: Ja. In de zomer daarentegen is het warm.
Julio: Ik hou meer van de kou.
Clienta: Echt?
Julio: Ja.
Clienta: Bij mij thuis is het warm en ik heb een fles wijn.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Laat de klas elk woord hardop nazeggen. Dek daarna de rechterkolom af.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Laat de klas elk woord hardop nazeggen. Dek daarna de rechterkolom af.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Laat de klas elk woord hardop nazeggen. Dek daarna de rechterkolom af.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Laat de klas elk woord hardop nazeggen. Dek daarna de rechterkolom af.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Laat de klas elk woord hardop nazeggen. Dek daarna de rechterkolom af.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Laat de klas elk woord hardop nazeggen. Dek daarna de rechterkolom af.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Laat klappen op de klemtoon. Iedereen zegt elk woord drie keer hardop.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Vraag de klas eerst wat de rechterkolom zou zijn.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Docentenversie: de betekenis staat er al bij.</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Laat eerst luisteren, dan pas kiezen. Klik door naar de volgende dia voor de oplossing.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 juiste antwoorden staan groen.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Elke zin is een taalhandeling: wat dóé je ermee? Laat ze er zelf een bedenken.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Noodroute: lukt de opname niet, laat de scène dan gewoon live spelen.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Sluit af met een ronde: iedereen zegt één chunk hardop.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A8323B"/>
        </a:solidFill>
      </p:bgPr>
    </p:bg>
    <p:spTree>
      <p:nvGrpSpPr>
        <p:cNvPr id="1" name=""/>
        <p:cNvGrpSpPr/>
        <p:nvPr/>
      </p:nvGrpSpPr>
      <p:grpSpPr>
        <a:xfrm>
          <a:off x="0" y="0"/>
          <a:ext cx="0" cy="0"/>
          <a:chOff x="0" y="0"/>
          <a:chExt cx="0" cy="0"/>
        </a:xfrm>
      </p:grpSpPr>
      <p:sp>
        <p:nvSpPr>
          <p:cNvPr id="2" name="Text 0"/>
          <p:cNvSpPr/>
          <p:nvPr/>
        </p:nvSpPr>
        <p:spPr>
          <a:xfrm>
            <a:off x="731520" y="1371600"/>
            <a:ext cx="10725912" cy="365760"/>
          </a:xfrm>
          <a:prstGeom prst="rect">
            <a:avLst/>
          </a:prstGeom>
          <a:noFill/>
          <a:ln/>
        </p:spPr>
        <p:txBody>
          <a:bodyPr wrap="square" lIns="0" tIns="0" rIns="0" bIns="0" rtlCol="0" anchor="ctr"/>
          <a:lstStyle/>
          <a:p>
            <a:pPr indent="0" marL="0">
              <a:buNone/>
            </a:pPr>
            <a:r>
              <a:rPr lang="en-US" sz="1300" spc="200" kern="0" dirty="0">
                <a:solidFill>
                  <a:srgbClr val="FFFFFF"/>
                </a:solidFill>
                <a:latin typeface="Inter" pitchFamily="34" charset="0"/>
                <a:ea typeface="Inter" pitchFamily="34" charset="-122"/>
                <a:cs typeface="Inter" pitchFamily="34" charset="-120"/>
              </a:rPr>
              <a:t>C4 · LA RUTA · EL DESPEGUE · PARADA 11</a:t>
            </a:r>
            <a:endParaRPr lang="en-US" sz="1300" dirty="0"/>
          </a:p>
        </p:txBody>
      </p:sp>
      <p:sp>
        <p:nvSpPr>
          <p:cNvPr id="3" name="Text 1"/>
          <p:cNvSpPr/>
          <p:nvPr/>
        </p:nvSpPr>
        <p:spPr>
          <a:xfrm>
            <a:off x="731520" y="1783080"/>
            <a:ext cx="10725912" cy="1097280"/>
          </a:xfrm>
          <a:prstGeom prst="rect">
            <a:avLst/>
          </a:prstGeom>
          <a:noFill/>
          <a:ln/>
        </p:spPr>
        <p:txBody>
          <a:bodyPr wrap="square" lIns="0" tIns="0" rIns="0" bIns="0" rtlCol="0" anchor="ctr"/>
          <a:lstStyle/>
          <a:p>
            <a:pPr indent="0" marL="0">
              <a:buNone/>
            </a:pPr>
            <a:r>
              <a:rPr lang="en-US" sz="5400" b="1" dirty="0">
                <a:solidFill>
                  <a:srgbClr val="FFFFFF"/>
                </a:solidFill>
                <a:latin typeface="Bricolage Grotesque" pitchFamily="34" charset="0"/>
                <a:ea typeface="Bricolage Grotesque" pitchFamily="34" charset="-122"/>
                <a:cs typeface="Bricolage Grotesque" pitchFamily="34" charset="-120"/>
              </a:rPr>
              <a:t>Aquí hace demasiado calor</a:t>
            </a:r>
            <a:endParaRPr lang="en-US" sz="5400" dirty="0"/>
          </a:p>
        </p:txBody>
      </p:sp>
      <p:sp>
        <p:nvSpPr>
          <p:cNvPr id="4" name="Text 2"/>
          <p:cNvSpPr/>
          <p:nvPr/>
        </p:nvSpPr>
        <p:spPr>
          <a:xfrm>
            <a:off x="731520" y="2880360"/>
            <a:ext cx="10725912" cy="640080"/>
          </a:xfrm>
          <a:prstGeom prst="rect">
            <a:avLst/>
          </a:prstGeom>
          <a:noFill/>
          <a:ln/>
        </p:spPr>
        <p:txBody>
          <a:bodyPr wrap="square" lIns="0" tIns="0" rIns="0" bIns="0" rtlCol="0" anchor="ctr"/>
          <a:lstStyle/>
          <a:p>
            <a:pPr indent="0" marL="0">
              <a:buNone/>
            </a:pPr>
            <a:r>
              <a:rPr lang="en-US" sz="1700" dirty="0">
                <a:solidFill>
                  <a:srgbClr val="F6DDE0"/>
                </a:solidFill>
                <a:latin typeface="Inter" pitchFamily="34" charset="0"/>
                <a:ea typeface="Inter" pitchFamily="34" charset="-122"/>
                <a:cs typeface="Inter" pitchFamily="34" charset="-120"/>
              </a:rPr>
              <a:t>Praten over het weer, over vakantie, en over wat je graag doet.</a:t>
            </a:r>
            <a:endParaRPr lang="en-US" sz="1700" dirty="0"/>
          </a:p>
        </p:txBody>
      </p:sp>
      <p:sp>
        <p:nvSpPr>
          <p:cNvPr id="5" name="Shape 3"/>
          <p:cNvSpPr/>
          <p:nvPr/>
        </p:nvSpPr>
        <p:spPr>
          <a:xfrm>
            <a:off x="731520" y="3749040"/>
            <a:ext cx="10725912" cy="914400"/>
          </a:xfrm>
          <a:prstGeom prst="roundRect">
            <a:avLst>
              <a:gd name="adj" fmla="val 12000"/>
            </a:avLst>
          </a:prstGeom>
          <a:solidFill>
            <a:srgbClr val="FFFFFF">
              <a:alpha val="14000"/>
            </a:srgbClr>
          </a:solidFill>
          <a:ln/>
        </p:spPr>
      </p:sp>
      <p:sp>
        <p:nvSpPr>
          <p:cNvPr id="6" name="Text 4"/>
          <p:cNvSpPr/>
          <p:nvPr/>
        </p:nvSpPr>
        <p:spPr>
          <a:xfrm>
            <a:off x="1005840" y="3749040"/>
            <a:ext cx="10177272" cy="914400"/>
          </a:xfrm>
          <a:prstGeom prst="rect">
            <a:avLst/>
          </a:prstGeom>
          <a:noFill/>
          <a:ln/>
        </p:spPr>
        <p:txBody>
          <a:bodyPr wrap="square" lIns="0" tIns="0" rIns="0" bIns="0" rtlCol="0" anchor="ctr"/>
          <a:lstStyle/>
          <a:p>
            <a:pPr indent="0" marL="0">
              <a:buNone/>
            </a:pPr>
            <a:r>
              <a:rPr lang="en-US" sz="1900" dirty="0">
                <a:solidFill>
                  <a:srgbClr val="FFFFFF"/>
                </a:solidFill>
                <a:latin typeface="Bricolage Grotesque" pitchFamily="34" charset="0"/>
                <a:ea typeface="Bricolage Grotesque" pitchFamily="34" charset="-122"/>
                <a:cs typeface="Bricolage Grotesque" pitchFamily="34" charset="-120"/>
              </a:rPr>
              <a:t>« Siempre hace buen tiempo en Canarias. — Pero hace un frío… »</a:t>
            </a:r>
            <a:endParaRPr lang="en-US" sz="1900" dirty="0"/>
          </a:p>
        </p:txBody>
      </p:sp>
      <p:sp>
        <p:nvSpPr>
          <p:cNvPr id="7" name="Text 5"/>
          <p:cNvSpPr/>
          <p:nvPr/>
        </p:nvSpPr>
        <p:spPr>
          <a:xfrm>
            <a:off x="731520" y="5029200"/>
            <a:ext cx="10725912" cy="365760"/>
          </a:xfrm>
          <a:prstGeom prst="rect">
            <a:avLst/>
          </a:prstGeom>
          <a:noFill/>
          <a:ln/>
        </p:spPr>
        <p:txBody>
          <a:bodyPr wrap="square" lIns="0" tIns="0" rIns="0" bIns="0" rtlCol="0" anchor="ctr"/>
          <a:lstStyle/>
          <a:p>
            <a:pPr indent="0" marL="0">
              <a:buNone/>
            </a:pPr>
            <a:r>
              <a:rPr lang="en-US" sz="1400" dirty="0">
                <a:solidFill>
                  <a:srgbClr val="F6DDE0"/>
                </a:solidFill>
                <a:latin typeface="Inter" pitchFamily="34" charset="0"/>
                <a:ea typeface="Inter" pitchFamily="34" charset="-122"/>
                <a:cs typeface="Inter" pitchFamily="34" charset="-120"/>
              </a:rPr>
              <a:t>El tiempo · las vacaciones · lo que me gusta</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CFBF8"/>
        </a:solidFill>
      </p:bgPr>
    </p:bg>
    <p:spTree>
      <p:nvGrpSpPr>
        <p:cNvPr id="1" name=""/>
        <p:cNvGrpSpPr/>
        <p:nvPr/>
      </p:nvGrpSpPr>
      <p:grpSpPr>
        <a:xfrm>
          <a:off x="0" y="0"/>
          <a:ext cx="0" cy="0"/>
          <a:chOff x="0" y="0"/>
          <a:chExt cx="0" cy="0"/>
        </a:xfrm>
      </p:grpSpPr>
      <p:sp>
        <p:nvSpPr>
          <p:cNvPr id="2" name="Shape 0"/>
          <p:cNvSpPr/>
          <p:nvPr/>
        </p:nvSpPr>
        <p:spPr>
          <a:xfrm>
            <a:off x="0" y="0"/>
            <a:ext cx="12188952" cy="822960"/>
          </a:xfrm>
          <a:prstGeom prst="rect">
            <a:avLst/>
          </a:prstGeom>
          <a:solidFill>
            <a:srgbClr val="D64550"/>
          </a:solidFill>
          <a:ln/>
        </p:spPr>
      </p:sp>
      <p:sp>
        <p:nvSpPr>
          <p:cNvPr id="3" name="Text 1"/>
          <p:cNvSpPr/>
          <p:nvPr/>
        </p:nvSpPr>
        <p:spPr>
          <a:xfrm>
            <a:off x="502920" y="109728"/>
            <a:ext cx="9262872" cy="603504"/>
          </a:xfrm>
          <a:prstGeom prst="rect">
            <a:avLst/>
          </a:prstGeom>
          <a:noFill/>
          <a:ln/>
        </p:spPr>
        <p:txBody>
          <a:bodyPr wrap="square" lIns="0" tIns="0" rIns="0" bIns="0" rtlCol="0" anchor="ctr"/>
          <a:lstStyle/>
          <a:p>
            <a:pPr indent="0" marL="0">
              <a:buNone/>
            </a:pPr>
            <a:r>
              <a:rPr lang="en-US" sz="2600" b="1" dirty="0">
                <a:solidFill>
                  <a:srgbClr val="FFFFFF"/>
                </a:solidFill>
                <a:latin typeface="Bricolage Grotesque" pitchFamily="34" charset="0"/>
                <a:ea typeface="Bricolage Grotesque" pitchFamily="34" charset="-122"/>
                <a:cs typeface="Bricolage Grotesque" pitchFamily="34" charset="-120"/>
              </a:rPr>
              <a:t>En esta unidad vas a…</a:t>
            </a:r>
            <a:endParaRPr lang="en-US" sz="2600" dirty="0"/>
          </a:p>
        </p:txBody>
      </p:sp>
      <p:sp>
        <p:nvSpPr>
          <p:cNvPr id="4" name="Text 2"/>
          <p:cNvSpPr/>
          <p:nvPr/>
        </p:nvSpPr>
        <p:spPr>
          <a:xfrm>
            <a:off x="8622792" y="182880"/>
            <a:ext cx="3063240" cy="457200"/>
          </a:xfrm>
          <a:prstGeom prst="rect">
            <a:avLst/>
          </a:prstGeom>
          <a:noFill/>
          <a:ln/>
        </p:spPr>
        <p:txBody>
          <a:bodyPr wrap="square" lIns="0" tIns="0" rIns="0" bIns="0" rtlCol="0" anchor="ctr"/>
          <a:lstStyle/>
          <a:p>
            <a:pPr algn="r" indent="0" marL="0">
              <a:buNone/>
            </a:pPr>
            <a:r>
              <a:rPr lang="en-US" sz="1200" dirty="0">
                <a:solidFill>
                  <a:srgbClr val="FFFFFF"/>
                </a:solidFill>
                <a:latin typeface="Inter" pitchFamily="34" charset="0"/>
                <a:ea typeface="Inter" pitchFamily="34" charset="-122"/>
                <a:cs typeface="Inter" pitchFamily="34" charset="-120"/>
              </a:rPr>
              <a:t>Unidad 11</a:t>
            </a:r>
            <a:endParaRPr lang="en-US" sz="1200" dirty="0"/>
          </a:p>
        </p:txBody>
      </p:sp>
      <p:sp>
        <p:nvSpPr>
          <p:cNvPr id="5" name="Shape 3"/>
          <p:cNvSpPr/>
          <p:nvPr/>
        </p:nvSpPr>
        <p:spPr>
          <a:xfrm>
            <a:off x="640080" y="1234440"/>
            <a:ext cx="10908792" cy="960120"/>
          </a:xfrm>
          <a:prstGeom prst="roundRect">
            <a:avLst>
              <a:gd name="adj" fmla="val 8571"/>
            </a:avLst>
          </a:prstGeom>
          <a:solidFill>
            <a:srgbClr val="FFFFFF"/>
          </a:solidFill>
          <a:ln w="12700">
            <a:solidFill>
              <a:srgbClr val="E7E1DF"/>
            </a:solidFill>
            <a:prstDash val="solid"/>
          </a:ln>
        </p:spPr>
      </p:sp>
      <p:sp>
        <p:nvSpPr>
          <p:cNvPr id="6" name="Shape 4"/>
          <p:cNvSpPr/>
          <p:nvPr/>
        </p:nvSpPr>
        <p:spPr>
          <a:xfrm>
            <a:off x="868680" y="1490472"/>
            <a:ext cx="457200" cy="457200"/>
          </a:xfrm>
          <a:prstGeom prst="ellipse">
            <a:avLst/>
          </a:prstGeom>
          <a:solidFill>
            <a:srgbClr val="FBEAEC"/>
          </a:solidFill>
          <a:ln/>
        </p:spPr>
      </p:sp>
      <p:sp>
        <p:nvSpPr>
          <p:cNvPr id="7" name="Text 5"/>
          <p:cNvSpPr/>
          <p:nvPr/>
        </p:nvSpPr>
        <p:spPr>
          <a:xfrm>
            <a:off x="868680" y="1490472"/>
            <a:ext cx="457200" cy="457200"/>
          </a:xfrm>
          <a:prstGeom prst="rect">
            <a:avLst/>
          </a:prstGeom>
          <a:noFill/>
          <a:ln/>
        </p:spPr>
        <p:txBody>
          <a:bodyPr wrap="square" lIns="0" tIns="0" rIns="0" bIns="0" rtlCol="0" anchor="ctr"/>
          <a:lstStyle/>
          <a:p>
            <a:pPr algn="ctr" indent="0" marL="0">
              <a:buNone/>
            </a:pPr>
            <a:r>
              <a:rPr lang="en-US" sz="1600" b="1" dirty="0">
                <a:solidFill>
                  <a:srgbClr val="A8323B"/>
                </a:solidFill>
                <a:latin typeface="Bricolage Grotesque" pitchFamily="34" charset="0"/>
                <a:ea typeface="Bricolage Grotesque" pitchFamily="34" charset="-122"/>
                <a:cs typeface="Bricolage Grotesque" pitchFamily="34" charset="-120"/>
              </a:rPr>
              <a:t>1</a:t>
            </a:r>
            <a:endParaRPr lang="en-US" sz="1600" dirty="0"/>
          </a:p>
        </p:txBody>
      </p:sp>
      <p:sp>
        <p:nvSpPr>
          <p:cNvPr id="8" name="Text 6"/>
          <p:cNvSpPr/>
          <p:nvPr/>
        </p:nvSpPr>
        <p:spPr>
          <a:xfrm>
            <a:off x="1508760" y="1362456"/>
            <a:ext cx="9902952" cy="384048"/>
          </a:xfrm>
          <a:prstGeom prst="rect">
            <a:avLst/>
          </a:prstGeom>
          <a:noFill/>
          <a:ln/>
        </p:spPr>
        <p:txBody>
          <a:bodyPr wrap="square" lIns="0" tIns="0" rIns="0" bIns="0" rtlCol="0" anchor="ctr"/>
          <a:lstStyle/>
          <a:p>
            <a:pPr indent="0" marL="0">
              <a:buNone/>
            </a:pPr>
            <a:r>
              <a:rPr lang="en-US" sz="1700" b="1" dirty="0">
                <a:solidFill>
                  <a:srgbClr val="20242E"/>
                </a:solidFill>
                <a:latin typeface="Bricolage Grotesque" pitchFamily="34" charset="0"/>
                <a:ea typeface="Bricolage Grotesque" pitchFamily="34" charset="-122"/>
                <a:cs typeface="Bricolage Grotesque" pitchFamily="34" charset="-120"/>
              </a:rPr>
              <a:t>Decir qué tiempo hace</a:t>
            </a:r>
            <a:endParaRPr lang="en-US" sz="1700" dirty="0"/>
          </a:p>
        </p:txBody>
      </p:sp>
      <p:sp>
        <p:nvSpPr>
          <p:cNvPr id="9" name="Text 7"/>
          <p:cNvSpPr/>
          <p:nvPr/>
        </p:nvSpPr>
        <p:spPr>
          <a:xfrm>
            <a:off x="1508760" y="1746504"/>
            <a:ext cx="9902952" cy="347472"/>
          </a:xfrm>
          <a:prstGeom prst="rect">
            <a:avLst/>
          </a:prstGeom>
          <a:noFill/>
          <a:ln/>
        </p:spPr>
        <p:txBody>
          <a:bodyPr wrap="square" lIns="0" tIns="0" rIns="0" bIns="0" rtlCol="0" anchor="ctr"/>
          <a:lstStyle/>
          <a:p>
            <a:pPr indent="0" marL="0">
              <a:buNone/>
            </a:pPr>
            <a:r>
              <a:rPr lang="en-US" sz="1350" dirty="0">
                <a:solidFill>
                  <a:srgbClr val="6A6E78"/>
                </a:solidFill>
                <a:latin typeface="Inter" pitchFamily="34" charset="0"/>
                <a:ea typeface="Inter" pitchFamily="34" charset="-122"/>
                <a:cs typeface="Inter" pitchFamily="34" charset="-120"/>
              </a:rPr>
              <a:t>hace sol · hace frío · llueve · hay niebla</a:t>
            </a:r>
            <a:endParaRPr lang="en-US" sz="1350" dirty="0"/>
          </a:p>
        </p:txBody>
      </p:sp>
      <p:sp>
        <p:nvSpPr>
          <p:cNvPr id="10" name="Shape 8"/>
          <p:cNvSpPr/>
          <p:nvPr/>
        </p:nvSpPr>
        <p:spPr>
          <a:xfrm>
            <a:off x="640080" y="2377440"/>
            <a:ext cx="10908792" cy="960120"/>
          </a:xfrm>
          <a:prstGeom prst="roundRect">
            <a:avLst>
              <a:gd name="adj" fmla="val 8571"/>
            </a:avLst>
          </a:prstGeom>
          <a:solidFill>
            <a:srgbClr val="FFFFFF"/>
          </a:solidFill>
          <a:ln w="12700">
            <a:solidFill>
              <a:srgbClr val="E7E1DF"/>
            </a:solidFill>
            <a:prstDash val="solid"/>
          </a:ln>
        </p:spPr>
      </p:sp>
      <p:sp>
        <p:nvSpPr>
          <p:cNvPr id="11" name="Shape 9"/>
          <p:cNvSpPr/>
          <p:nvPr/>
        </p:nvSpPr>
        <p:spPr>
          <a:xfrm>
            <a:off x="868680" y="2633472"/>
            <a:ext cx="457200" cy="457200"/>
          </a:xfrm>
          <a:prstGeom prst="ellipse">
            <a:avLst/>
          </a:prstGeom>
          <a:solidFill>
            <a:srgbClr val="FBEAEC"/>
          </a:solidFill>
          <a:ln/>
        </p:spPr>
      </p:sp>
      <p:sp>
        <p:nvSpPr>
          <p:cNvPr id="12" name="Text 10"/>
          <p:cNvSpPr/>
          <p:nvPr/>
        </p:nvSpPr>
        <p:spPr>
          <a:xfrm>
            <a:off x="868680" y="2633472"/>
            <a:ext cx="457200" cy="457200"/>
          </a:xfrm>
          <a:prstGeom prst="rect">
            <a:avLst/>
          </a:prstGeom>
          <a:noFill/>
          <a:ln/>
        </p:spPr>
        <p:txBody>
          <a:bodyPr wrap="square" lIns="0" tIns="0" rIns="0" bIns="0" rtlCol="0" anchor="ctr"/>
          <a:lstStyle/>
          <a:p>
            <a:pPr algn="ctr" indent="0" marL="0">
              <a:buNone/>
            </a:pPr>
            <a:r>
              <a:rPr lang="en-US" sz="1600" b="1" dirty="0">
                <a:solidFill>
                  <a:srgbClr val="A8323B"/>
                </a:solidFill>
                <a:latin typeface="Bricolage Grotesque" pitchFamily="34" charset="0"/>
                <a:ea typeface="Bricolage Grotesque" pitchFamily="34" charset="-122"/>
                <a:cs typeface="Bricolage Grotesque" pitchFamily="34" charset="-120"/>
              </a:rPr>
              <a:t>2</a:t>
            </a:r>
            <a:endParaRPr lang="en-US" sz="1600" dirty="0"/>
          </a:p>
        </p:txBody>
      </p:sp>
      <p:sp>
        <p:nvSpPr>
          <p:cNvPr id="13" name="Text 11"/>
          <p:cNvSpPr/>
          <p:nvPr/>
        </p:nvSpPr>
        <p:spPr>
          <a:xfrm>
            <a:off x="1508760" y="2505456"/>
            <a:ext cx="9902952" cy="384048"/>
          </a:xfrm>
          <a:prstGeom prst="rect">
            <a:avLst/>
          </a:prstGeom>
          <a:noFill/>
          <a:ln/>
        </p:spPr>
        <p:txBody>
          <a:bodyPr wrap="square" lIns="0" tIns="0" rIns="0" bIns="0" rtlCol="0" anchor="ctr"/>
          <a:lstStyle/>
          <a:p>
            <a:pPr indent="0" marL="0">
              <a:buNone/>
            </a:pPr>
            <a:r>
              <a:rPr lang="en-US" sz="1700" b="1" dirty="0">
                <a:solidFill>
                  <a:srgbClr val="20242E"/>
                </a:solidFill>
                <a:latin typeface="Bricolage Grotesque" pitchFamily="34" charset="0"/>
                <a:ea typeface="Bricolage Grotesque" pitchFamily="34" charset="-122"/>
                <a:cs typeface="Bricolage Grotesque" pitchFamily="34" charset="-120"/>
              </a:rPr>
              <a:t>Hablar de vacaciones</a:t>
            </a:r>
            <a:endParaRPr lang="en-US" sz="1700" dirty="0"/>
          </a:p>
        </p:txBody>
      </p:sp>
      <p:sp>
        <p:nvSpPr>
          <p:cNvPr id="14" name="Text 12"/>
          <p:cNvSpPr/>
          <p:nvPr/>
        </p:nvSpPr>
        <p:spPr>
          <a:xfrm>
            <a:off x="1508760" y="2889504"/>
            <a:ext cx="9902952" cy="347472"/>
          </a:xfrm>
          <a:prstGeom prst="rect">
            <a:avLst/>
          </a:prstGeom>
          <a:noFill/>
          <a:ln/>
        </p:spPr>
        <p:txBody>
          <a:bodyPr wrap="square" lIns="0" tIns="0" rIns="0" bIns="0" rtlCol="0" anchor="ctr"/>
          <a:lstStyle/>
          <a:p>
            <a:pPr indent="0" marL="0">
              <a:buNone/>
            </a:pPr>
            <a:r>
              <a:rPr lang="en-US" sz="1350" dirty="0">
                <a:solidFill>
                  <a:srgbClr val="6A6E78"/>
                </a:solidFill>
                <a:latin typeface="Inter" pitchFamily="34" charset="0"/>
                <a:ea typeface="Inter" pitchFamily="34" charset="-122"/>
                <a:cs typeface="Inter" pitchFamily="34" charset="-120"/>
              </a:rPr>
              <a:t>voy a la playa en avión · al pueblo en coche</a:t>
            </a:r>
            <a:endParaRPr lang="en-US" sz="1350" dirty="0"/>
          </a:p>
        </p:txBody>
      </p:sp>
      <p:sp>
        <p:nvSpPr>
          <p:cNvPr id="15" name="Shape 13"/>
          <p:cNvSpPr/>
          <p:nvPr/>
        </p:nvSpPr>
        <p:spPr>
          <a:xfrm>
            <a:off x="640080" y="3520440"/>
            <a:ext cx="10908792" cy="960120"/>
          </a:xfrm>
          <a:prstGeom prst="roundRect">
            <a:avLst>
              <a:gd name="adj" fmla="val 8571"/>
            </a:avLst>
          </a:prstGeom>
          <a:solidFill>
            <a:srgbClr val="FFFFFF"/>
          </a:solidFill>
          <a:ln w="12700">
            <a:solidFill>
              <a:srgbClr val="E7E1DF"/>
            </a:solidFill>
            <a:prstDash val="solid"/>
          </a:ln>
        </p:spPr>
      </p:sp>
      <p:sp>
        <p:nvSpPr>
          <p:cNvPr id="16" name="Shape 14"/>
          <p:cNvSpPr/>
          <p:nvPr/>
        </p:nvSpPr>
        <p:spPr>
          <a:xfrm>
            <a:off x="868680" y="3776472"/>
            <a:ext cx="457200" cy="457200"/>
          </a:xfrm>
          <a:prstGeom prst="ellipse">
            <a:avLst/>
          </a:prstGeom>
          <a:solidFill>
            <a:srgbClr val="FBEAEC"/>
          </a:solidFill>
          <a:ln/>
        </p:spPr>
      </p:sp>
      <p:sp>
        <p:nvSpPr>
          <p:cNvPr id="17" name="Text 15"/>
          <p:cNvSpPr/>
          <p:nvPr/>
        </p:nvSpPr>
        <p:spPr>
          <a:xfrm>
            <a:off x="868680" y="3776472"/>
            <a:ext cx="457200" cy="457200"/>
          </a:xfrm>
          <a:prstGeom prst="rect">
            <a:avLst/>
          </a:prstGeom>
          <a:noFill/>
          <a:ln/>
        </p:spPr>
        <p:txBody>
          <a:bodyPr wrap="square" lIns="0" tIns="0" rIns="0" bIns="0" rtlCol="0" anchor="ctr"/>
          <a:lstStyle/>
          <a:p>
            <a:pPr algn="ctr" indent="0" marL="0">
              <a:buNone/>
            </a:pPr>
            <a:r>
              <a:rPr lang="en-US" sz="1600" b="1" dirty="0">
                <a:solidFill>
                  <a:srgbClr val="A8323B"/>
                </a:solidFill>
                <a:latin typeface="Bricolage Grotesque" pitchFamily="34" charset="0"/>
                <a:ea typeface="Bricolage Grotesque" pitchFamily="34" charset="-122"/>
                <a:cs typeface="Bricolage Grotesque" pitchFamily="34" charset="-120"/>
              </a:rPr>
              <a:t>3</a:t>
            </a:r>
            <a:endParaRPr lang="en-US" sz="1600" dirty="0"/>
          </a:p>
        </p:txBody>
      </p:sp>
      <p:sp>
        <p:nvSpPr>
          <p:cNvPr id="18" name="Text 16"/>
          <p:cNvSpPr/>
          <p:nvPr/>
        </p:nvSpPr>
        <p:spPr>
          <a:xfrm>
            <a:off x="1508760" y="3648456"/>
            <a:ext cx="9902952" cy="384048"/>
          </a:xfrm>
          <a:prstGeom prst="rect">
            <a:avLst/>
          </a:prstGeom>
          <a:noFill/>
          <a:ln/>
        </p:spPr>
        <p:txBody>
          <a:bodyPr wrap="square" lIns="0" tIns="0" rIns="0" bIns="0" rtlCol="0" anchor="ctr"/>
          <a:lstStyle/>
          <a:p>
            <a:pPr indent="0" marL="0">
              <a:buNone/>
            </a:pPr>
            <a:r>
              <a:rPr lang="en-US" sz="1700" b="1" dirty="0">
                <a:solidFill>
                  <a:srgbClr val="20242E"/>
                </a:solidFill>
                <a:latin typeface="Bricolage Grotesque" pitchFamily="34" charset="0"/>
                <a:ea typeface="Bricolage Grotesque" pitchFamily="34" charset="-122"/>
                <a:cs typeface="Bricolage Grotesque" pitchFamily="34" charset="-120"/>
              </a:rPr>
              <a:t>Decir lo que te gusta</a:t>
            </a:r>
            <a:endParaRPr lang="en-US" sz="1700" dirty="0"/>
          </a:p>
        </p:txBody>
      </p:sp>
      <p:sp>
        <p:nvSpPr>
          <p:cNvPr id="19" name="Text 17"/>
          <p:cNvSpPr/>
          <p:nvPr/>
        </p:nvSpPr>
        <p:spPr>
          <a:xfrm>
            <a:off x="1508760" y="4032504"/>
            <a:ext cx="9902952" cy="347472"/>
          </a:xfrm>
          <a:prstGeom prst="rect">
            <a:avLst/>
          </a:prstGeom>
          <a:noFill/>
          <a:ln/>
        </p:spPr>
        <p:txBody>
          <a:bodyPr wrap="square" lIns="0" tIns="0" rIns="0" bIns="0" rtlCol="0" anchor="ctr"/>
          <a:lstStyle/>
          <a:p>
            <a:pPr indent="0" marL="0">
              <a:buNone/>
            </a:pPr>
            <a:r>
              <a:rPr lang="en-US" sz="1350" dirty="0">
                <a:solidFill>
                  <a:srgbClr val="6A6E78"/>
                </a:solidFill>
                <a:latin typeface="Inter" pitchFamily="34" charset="0"/>
                <a:ea typeface="Inter" pitchFamily="34" charset="-122"/>
                <a:cs typeface="Inter" pitchFamily="34" charset="-120"/>
              </a:rPr>
              <a:t>me gusta · me encanta · no soporto · prefiero</a:t>
            </a:r>
            <a:endParaRPr lang="en-US" sz="1350" dirty="0"/>
          </a:p>
        </p:txBody>
      </p:sp>
      <p:sp>
        <p:nvSpPr>
          <p:cNvPr id="20" name="Shape 18"/>
          <p:cNvSpPr/>
          <p:nvPr/>
        </p:nvSpPr>
        <p:spPr>
          <a:xfrm>
            <a:off x="640080" y="4663440"/>
            <a:ext cx="10908792" cy="960120"/>
          </a:xfrm>
          <a:prstGeom prst="roundRect">
            <a:avLst>
              <a:gd name="adj" fmla="val 8571"/>
            </a:avLst>
          </a:prstGeom>
          <a:solidFill>
            <a:srgbClr val="FFFFFF"/>
          </a:solidFill>
          <a:ln w="12700">
            <a:solidFill>
              <a:srgbClr val="E7E1DF"/>
            </a:solidFill>
            <a:prstDash val="solid"/>
          </a:ln>
        </p:spPr>
      </p:sp>
      <p:sp>
        <p:nvSpPr>
          <p:cNvPr id="21" name="Shape 19"/>
          <p:cNvSpPr/>
          <p:nvPr/>
        </p:nvSpPr>
        <p:spPr>
          <a:xfrm>
            <a:off x="868680" y="4919472"/>
            <a:ext cx="457200" cy="457200"/>
          </a:xfrm>
          <a:prstGeom prst="ellipse">
            <a:avLst/>
          </a:prstGeom>
          <a:solidFill>
            <a:srgbClr val="FBEAEC"/>
          </a:solidFill>
          <a:ln/>
        </p:spPr>
      </p:sp>
      <p:sp>
        <p:nvSpPr>
          <p:cNvPr id="22" name="Text 20"/>
          <p:cNvSpPr/>
          <p:nvPr/>
        </p:nvSpPr>
        <p:spPr>
          <a:xfrm>
            <a:off x="868680" y="4919472"/>
            <a:ext cx="457200" cy="457200"/>
          </a:xfrm>
          <a:prstGeom prst="rect">
            <a:avLst/>
          </a:prstGeom>
          <a:noFill/>
          <a:ln/>
        </p:spPr>
        <p:txBody>
          <a:bodyPr wrap="square" lIns="0" tIns="0" rIns="0" bIns="0" rtlCol="0" anchor="ctr"/>
          <a:lstStyle/>
          <a:p>
            <a:pPr algn="ctr" indent="0" marL="0">
              <a:buNone/>
            </a:pPr>
            <a:r>
              <a:rPr lang="en-US" sz="1600" b="1" dirty="0">
                <a:solidFill>
                  <a:srgbClr val="A8323B"/>
                </a:solidFill>
                <a:latin typeface="Bricolage Grotesque" pitchFamily="34" charset="0"/>
                <a:ea typeface="Bricolage Grotesque" pitchFamily="34" charset="-122"/>
                <a:cs typeface="Bricolage Grotesque" pitchFamily="34" charset="-120"/>
              </a:rPr>
              <a:t>4</a:t>
            </a:r>
            <a:endParaRPr lang="en-US" sz="1600" dirty="0"/>
          </a:p>
        </p:txBody>
      </p:sp>
      <p:sp>
        <p:nvSpPr>
          <p:cNvPr id="23" name="Text 21"/>
          <p:cNvSpPr/>
          <p:nvPr/>
        </p:nvSpPr>
        <p:spPr>
          <a:xfrm>
            <a:off x="1508760" y="4791456"/>
            <a:ext cx="9902952" cy="384048"/>
          </a:xfrm>
          <a:prstGeom prst="rect">
            <a:avLst/>
          </a:prstGeom>
          <a:noFill/>
          <a:ln/>
        </p:spPr>
        <p:txBody>
          <a:bodyPr wrap="square" lIns="0" tIns="0" rIns="0" bIns="0" rtlCol="0" anchor="ctr"/>
          <a:lstStyle/>
          <a:p>
            <a:pPr indent="0" marL="0">
              <a:buNone/>
            </a:pPr>
            <a:r>
              <a:rPr lang="en-US" sz="1700" b="1" dirty="0">
                <a:solidFill>
                  <a:srgbClr val="20242E"/>
                </a:solidFill>
                <a:latin typeface="Bricolage Grotesque" pitchFamily="34" charset="0"/>
                <a:ea typeface="Bricolage Grotesque" pitchFamily="34" charset="-122"/>
                <a:cs typeface="Bricolage Grotesque" pitchFamily="34" charset="-120"/>
              </a:rPr>
              <a:t>Decir con qué frecuencia</a:t>
            </a:r>
            <a:endParaRPr lang="en-US" sz="1700" dirty="0"/>
          </a:p>
        </p:txBody>
      </p:sp>
      <p:sp>
        <p:nvSpPr>
          <p:cNvPr id="24" name="Text 22"/>
          <p:cNvSpPr/>
          <p:nvPr/>
        </p:nvSpPr>
        <p:spPr>
          <a:xfrm>
            <a:off x="1508760" y="5175504"/>
            <a:ext cx="9902952" cy="347472"/>
          </a:xfrm>
          <a:prstGeom prst="rect">
            <a:avLst/>
          </a:prstGeom>
          <a:noFill/>
          <a:ln/>
        </p:spPr>
        <p:txBody>
          <a:bodyPr wrap="square" lIns="0" tIns="0" rIns="0" bIns="0" rtlCol="0" anchor="ctr"/>
          <a:lstStyle/>
          <a:p>
            <a:pPr indent="0" marL="0">
              <a:buNone/>
            </a:pPr>
            <a:r>
              <a:rPr lang="en-US" sz="1350" dirty="0">
                <a:solidFill>
                  <a:srgbClr val="6A6E78"/>
                </a:solidFill>
                <a:latin typeface="Inter" pitchFamily="34" charset="0"/>
                <a:ea typeface="Inter" pitchFamily="34" charset="-122"/>
                <a:cs typeface="Inter" pitchFamily="34" charset="-120"/>
              </a:rPr>
              <a:t>siempre · a menudo · a veces · casi nunca</a:t>
            </a:r>
            <a:endParaRPr lang="en-US" sz="13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CFBF8"/>
        </a:solidFill>
      </p:bgPr>
    </p:bg>
    <p:spTree>
      <p:nvGrpSpPr>
        <p:cNvPr id="1" name=""/>
        <p:cNvGrpSpPr/>
        <p:nvPr/>
      </p:nvGrpSpPr>
      <p:grpSpPr>
        <a:xfrm>
          <a:off x="0" y="0"/>
          <a:ext cx="0" cy="0"/>
          <a:chOff x="0" y="0"/>
          <a:chExt cx="0" cy="0"/>
        </a:xfrm>
      </p:grpSpPr>
      <p:sp>
        <p:nvSpPr>
          <p:cNvPr id="2" name="Shape 0"/>
          <p:cNvSpPr/>
          <p:nvPr/>
        </p:nvSpPr>
        <p:spPr>
          <a:xfrm>
            <a:off x="0" y="0"/>
            <a:ext cx="12188952" cy="822960"/>
          </a:xfrm>
          <a:prstGeom prst="rect">
            <a:avLst/>
          </a:prstGeom>
          <a:solidFill>
            <a:srgbClr val="D64550"/>
          </a:solidFill>
          <a:ln/>
        </p:spPr>
      </p:sp>
      <p:sp>
        <p:nvSpPr>
          <p:cNvPr id="3" name="Text 1"/>
          <p:cNvSpPr/>
          <p:nvPr/>
        </p:nvSpPr>
        <p:spPr>
          <a:xfrm>
            <a:off x="502920" y="109728"/>
            <a:ext cx="9262872" cy="603504"/>
          </a:xfrm>
          <a:prstGeom prst="rect">
            <a:avLst/>
          </a:prstGeom>
          <a:noFill/>
          <a:ln/>
        </p:spPr>
        <p:txBody>
          <a:bodyPr wrap="square" lIns="0" tIns="0" rIns="0" bIns="0" rtlCol="0" anchor="ctr"/>
          <a:lstStyle/>
          <a:p>
            <a:pPr indent="0" marL="0">
              <a:buNone/>
            </a:pPr>
            <a:r>
              <a:rPr lang="en-US" sz="2600" b="1" dirty="0">
                <a:solidFill>
                  <a:srgbClr val="FFFFFF"/>
                </a:solidFill>
                <a:latin typeface="Bricolage Grotesque" pitchFamily="34" charset="0"/>
                <a:ea typeface="Bricolage Grotesque" pitchFamily="34" charset="-122"/>
                <a:cs typeface="Bricolage Grotesque" pitchFamily="34" charset="-120"/>
              </a:rPr>
              <a:t>Escena 1 · En el bar</a:t>
            </a:r>
            <a:endParaRPr lang="en-US" sz="2600" dirty="0"/>
          </a:p>
        </p:txBody>
      </p:sp>
      <p:sp>
        <p:nvSpPr>
          <p:cNvPr id="4" name="Text 2"/>
          <p:cNvSpPr/>
          <p:nvPr/>
        </p:nvSpPr>
        <p:spPr>
          <a:xfrm>
            <a:off x="8622792" y="182880"/>
            <a:ext cx="3063240" cy="457200"/>
          </a:xfrm>
          <a:prstGeom prst="rect">
            <a:avLst/>
          </a:prstGeom>
          <a:noFill/>
          <a:ln/>
        </p:spPr>
        <p:txBody>
          <a:bodyPr wrap="square" lIns="0" tIns="0" rIns="0" bIns="0" rtlCol="0" anchor="ctr"/>
          <a:lstStyle/>
          <a:p>
            <a:pPr algn="r" indent="0" marL="0">
              <a:buNone/>
            </a:pPr>
            <a:r>
              <a:rPr lang="en-US" sz="1200" dirty="0">
                <a:solidFill>
                  <a:srgbClr val="FFFFFF"/>
                </a:solidFill>
                <a:latin typeface="Inter" pitchFamily="34" charset="0"/>
                <a:ea typeface="Inter" pitchFamily="34" charset="-122"/>
                <a:cs typeface="Inter" pitchFamily="34" charset="-120"/>
              </a:rPr>
              <a:t>Aquí hace demasiado calor</a:t>
            </a:r>
            <a:endParaRPr lang="en-US" sz="1200" dirty="0"/>
          </a:p>
        </p:txBody>
      </p:sp>
      <p:sp>
        <p:nvSpPr>
          <p:cNvPr id="5" name="Text 3"/>
          <p:cNvSpPr/>
          <p:nvPr/>
        </p:nvSpPr>
        <p:spPr>
          <a:xfrm>
            <a:off x="640080" y="960120"/>
            <a:ext cx="10908792" cy="365760"/>
          </a:xfrm>
          <a:prstGeom prst="rect">
            <a:avLst/>
          </a:prstGeom>
          <a:noFill/>
          <a:ln/>
        </p:spPr>
        <p:txBody>
          <a:bodyPr wrap="square" lIns="0" tIns="0" rIns="0" bIns="0" rtlCol="0" anchor="ctr"/>
          <a:lstStyle/>
          <a:p>
            <a:pPr indent="0" marL="0">
              <a:buNone/>
            </a:pPr>
            <a:r>
              <a:rPr lang="en-US" sz="1350" dirty="0">
                <a:solidFill>
                  <a:srgbClr val="6A6E78"/>
                </a:solidFill>
                <a:latin typeface="Inter" pitchFamily="34" charset="0"/>
                <a:ea typeface="Inter" pitchFamily="34" charset="-122"/>
                <a:cs typeface="Inter" pitchFamily="34" charset="-120"/>
              </a:rPr>
              <a:t>Julio gaat naar het dorp van zijn ouders, de ober naar de Caraïben. Een klant luistert mee.</a:t>
            </a:r>
            <a:endParaRPr lang="en-US" sz="1350" dirty="0"/>
          </a:p>
        </p:txBody>
      </p:sp>
      <p:sp>
        <p:nvSpPr>
          <p:cNvPr id="6" name="Text 4"/>
          <p:cNvSpPr/>
          <p:nvPr/>
        </p:nvSpPr>
        <p:spPr>
          <a:xfrm>
            <a:off x="685800" y="1417320"/>
            <a:ext cx="1645920" cy="160020"/>
          </a:xfrm>
          <a:prstGeom prst="rect">
            <a:avLst/>
          </a:prstGeom>
          <a:noFill/>
          <a:ln/>
        </p:spPr>
        <p:txBody>
          <a:bodyPr wrap="square" lIns="0" tIns="0" rIns="0" bIns="0" rtlCol="0" anchor="ctr"/>
          <a:lstStyle/>
          <a:p>
            <a:pPr indent="0" marL="0">
              <a:buNone/>
            </a:pPr>
            <a:r>
              <a:rPr lang="en-US" sz="1250" b="1" dirty="0">
                <a:solidFill>
                  <a:srgbClr val="A8323B"/>
                </a:solidFill>
                <a:latin typeface="Bricolage Grotesque" pitchFamily="34" charset="0"/>
                <a:ea typeface="Bricolage Grotesque" pitchFamily="34" charset="-122"/>
                <a:cs typeface="Bricolage Grotesque" pitchFamily="34" charset="-120"/>
              </a:rPr>
              <a:t>Julio</a:t>
            </a:r>
            <a:endParaRPr lang="en-US" sz="1250" dirty="0"/>
          </a:p>
        </p:txBody>
      </p:sp>
      <p:sp>
        <p:nvSpPr>
          <p:cNvPr id="7" name="Text 5"/>
          <p:cNvSpPr/>
          <p:nvPr/>
        </p:nvSpPr>
        <p:spPr>
          <a:xfrm>
            <a:off x="2377440" y="1417320"/>
            <a:ext cx="9079992" cy="160020"/>
          </a:xfrm>
          <a:prstGeom prst="rect">
            <a:avLst/>
          </a:prstGeom>
          <a:noFill/>
          <a:ln/>
        </p:spPr>
        <p:txBody>
          <a:bodyPr wrap="square" lIns="0" tIns="0" rIns="0" bIns="0" rtlCol="0" anchor="ctr"/>
          <a:lstStyle/>
          <a:p>
            <a:pPr indent="0" marL="0">
              <a:buNone/>
            </a:pPr>
            <a:r>
              <a:rPr lang="en-US" sz="1500" dirty="0">
                <a:solidFill>
                  <a:srgbClr val="20242E"/>
                </a:solidFill>
                <a:latin typeface="Inter" pitchFamily="34" charset="0"/>
                <a:ea typeface="Inter" pitchFamily="34" charset="-122"/>
                <a:cs typeface="Inter" pitchFamily="34" charset="-120"/>
              </a:rPr>
              <a:t>Ella se va de vacaciones a la playa, a Canarias. Siempre hace buen tiempo en Canarias. Viaja con unos amigos; con un amigo, un inglés.</a:t>
            </a:r>
            <a:endParaRPr lang="en-US" sz="1500" dirty="0"/>
          </a:p>
        </p:txBody>
      </p:sp>
      <p:sp>
        <p:nvSpPr>
          <p:cNvPr id="8" name="Text 6"/>
          <p:cNvSpPr/>
          <p:nvPr/>
        </p:nvSpPr>
        <p:spPr>
          <a:xfrm>
            <a:off x="685800" y="1623060"/>
            <a:ext cx="1645920" cy="160020"/>
          </a:xfrm>
          <a:prstGeom prst="rect">
            <a:avLst/>
          </a:prstGeom>
          <a:noFill/>
          <a:ln/>
        </p:spPr>
        <p:txBody>
          <a:bodyPr wrap="square" lIns="0" tIns="0" rIns="0" bIns="0" rtlCol="0" anchor="ctr"/>
          <a:lstStyle/>
          <a:p>
            <a:pPr indent="0" marL="0">
              <a:buNone/>
            </a:pPr>
            <a:r>
              <a:rPr lang="en-US" sz="1250" b="1" dirty="0">
                <a:solidFill>
                  <a:srgbClr val="A8323B"/>
                </a:solidFill>
                <a:latin typeface="Bricolage Grotesque" pitchFamily="34" charset="0"/>
                <a:ea typeface="Bricolage Grotesque" pitchFamily="34" charset="-122"/>
                <a:cs typeface="Bricolage Grotesque" pitchFamily="34" charset="-120"/>
              </a:rPr>
              <a:t>Camarero</a:t>
            </a:r>
            <a:endParaRPr lang="en-US" sz="1250" dirty="0"/>
          </a:p>
        </p:txBody>
      </p:sp>
      <p:sp>
        <p:nvSpPr>
          <p:cNvPr id="9" name="Text 7"/>
          <p:cNvSpPr/>
          <p:nvPr/>
        </p:nvSpPr>
        <p:spPr>
          <a:xfrm>
            <a:off x="2377440" y="1623060"/>
            <a:ext cx="9079992" cy="160020"/>
          </a:xfrm>
          <a:prstGeom prst="rect">
            <a:avLst/>
          </a:prstGeom>
          <a:noFill/>
          <a:ln/>
        </p:spPr>
        <p:txBody>
          <a:bodyPr wrap="square" lIns="0" tIns="0" rIns="0" bIns="0" rtlCol="0" anchor="ctr"/>
          <a:lstStyle/>
          <a:p>
            <a:pPr indent="0" marL="0">
              <a:buNone/>
            </a:pPr>
            <a:r>
              <a:rPr lang="en-US" sz="1500" dirty="0">
                <a:solidFill>
                  <a:srgbClr val="20242E"/>
                </a:solidFill>
                <a:latin typeface="Inter" pitchFamily="34" charset="0"/>
                <a:ea typeface="Inter" pitchFamily="34" charset="-122"/>
                <a:cs typeface="Inter" pitchFamily="34" charset="-120"/>
              </a:rPr>
              <a:t>Son cuatro cincuenta.</a:t>
            </a:r>
            <a:endParaRPr lang="en-US" sz="1500" dirty="0"/>
          </a:p>
        </p:txBody>
      </p:sp>
      <p:sp>
        <p:nvSpPr>
          <p:cNvPr id="10" name="Text 8"/>
          <p:cNvSpPr/>
          <p:nvPr/>
        </p:nvSpPr>
        <p:spPr>
          <a:xfrm>
            <a:off x="685800" y="1828800"/>
            <a:ext cx="1645920" cy="160020"/>
          </a:xfrm>
          <a:prstGeom prst="rect">
            <a:avLst/>
          </a:prstGeom>
          <a:noFill/>
          <a:ln/>
        </p:spPr>
        <p:txBody>
          <a:bodyPr wrap="square" lIns="0" tIns="0" rIns="0" bIns="0" rtlCol="0" anchor="ctr"/>
          <a:lstStyle/>
          <a:p>
            <a:pPr indent="0" marL="0">
              <a:buNone/>
            </a:pPr>
            <a:r>
              <a:rPr lang="en-US" sz="1250" b="1" dirty="0">
                <a:solidFill>
                  <a:srgbClr val="A8323B"/>
                </a:solidFill>
                <a:latin typeface="Bricolage Grotesque" pitchFamily="34" charset="0"/>
                <a:ea typeface="Bricolage Grotesque" pitchFamily="34" charset="-122"/>
                <a:cs typeface="Bricolage Grotesque" pitchFamily="34" charset="-120"/>
              </a:rPr>
              <a:t>Julio</a:t>
            </a:r>
            <a:endParaRPr lang="en-US" sz="1250" dirty="0"/>
          </a:p>
        </p:txBody>
      </p:sp>
      <p:sp>
        <p:nvSpPr>
          <p:cNvPr id="11" name="Text 9"/>
          <p:cNvSpPr/>
          <p:nvPr/>
        </p:nvSpPr>
        <p:spPr>
          <a:xfrm>
            <a:off x="2377440" y="1828800"/>
            <a:ext cx="9079992" cy="160020"/>
          </a:xfrm>
          <a:prstGeom prst="rect">
            <a:avLst/>
          </a:prstGeom>
          <a:noFill/>
          <a:ln/>
        </p:spPr>
        <p:txBody>
          <a:bodyPr wrap="square" lIns="0" tIns="0" rIns="0" bIns="0" rtlCol="0" anchor="ctr"/>
          <a:lstStyle/>
          <a:p>
            <a:pPr indent="0" marL="0">
              <a:buNone/>
            </a:pPr>
            <a:r>
              <a:rPr lang="en-US" sz="1500" dirty="0">
                <a:solidFill>
                  <a:srgbClr val="20242E"/>
                </a:solidFill>
                <a:latin typeface="Inter" pitchFamily="34" charset="0"/>
                <a:ea typeface="Inter" pitchFamily="34" charset="-122"/>
                <a:cs typeface="Inter" pitchFamily="34" charset="-120"/>
              </a:rPr>
              <a:t>Yo no, yo voy al pueblo de mis padres, Cabezas de Bonilla, en Ávila. Está cerca de Madrid.</a:t>
            </a:r>
            <a:endParaRPr lang="en-US" sz="1500" dirty="0"/>
          </a:p>
        </p:txBody>
      </p:sp>
      <p:sp>
        <p:nvSpPr>
          <p:cNvPr id="12" name="Text 10"/>
          <p:cNvSpPr/>
          <p:nvPr/>
        </p:nvSpPr>
        <p:spPr>
          <a:xfrm>
            <a:off x="685800" y="2034540"/>
            <a:ext cx="1645920" cy="160020"/>
          </a:xfrm>
          <a:prstGeom prst="rect">
            <a:avLst/>
          </a:prstGeom>
          <a:noFill/>
          <a:ln/>
        </p:spPr>
        <p:txBody>
          <a:bodyPr wrap="square" lIns="0" tIns="0" rIns="0" bIns="0" rtlCol="0" anchor="ctr"/>
          <a:lstStyle/>
          <a:p>
            <a:pPr indent="0" marL="0">
              <a:buNone/>
            </a:pPr>
            <a:r>
              <a:rPr lang="en-US" sz="1250" b="1" dirty="0">
                <a:solidFill>
                  <a:srgbClr val="A8323B"/>
                </a:solidFill>
                <a:latin typeface="Bricolage Grotesque" pitchFamily="34" charset="0"/>
                <a:ea typeface="Bricolage Grotesque" pitchFamily="34" charset="-122"/>
                <a:cs typeface="Bricolage Grotesque" pitchFamily="34" charset="-120"/>
              </a:rPr>
              <a:t>Camarero</a:t>
            </a:r>
            <a:endParaRPr lang="en-US" sz="1250" dirty="0"/>
          </a:p>
        </p:txBody>
      </p:sp>
      <p:sp>
        <p:nvSpPr>
          <p:cNvPr id="13" name="Text 11"/>
          <p:cNvSpPr/>
          <p:nvPr/>
        </p:nvSpPr>
        <p:spPr>
          <a:xfrm>
            <a:off x="2377440" y="2034540"/>
            <a:ext cx="9079992" cy="160020"/>
          </a:xfrm>
          <a:prstGeom prst="rect">
            <a:avLst/>
          </a:prstGeom>
          <a:noFill/>
          <a:ln/>
        </p:spPr>
        <p:txBody>
          <a:bodyPr wrap="square" lIns="0" tIns="0" rIns="0" bIns="0" rtlCol="0" anchor="ctr"/>
          <a:lstStyle/>
          <a:p>
            <a:pPr indent="0" marL="0">
              <a:buNone/>
            </a:pPr>
            <a:r>
              <a:rPr lang="en-US" sz="1500" dirty="0">
                <a:solidFill>
                  <a:srgbClr val="20242E"/>
                </a:solidFill>
                <a:latin typeface="Inter" pitchFamily="34" charset="0"/>
                <a:ea typeface="Inter" pitchFamily="34" charset="-122"/>
                <a:cs typeface="Inter" pitchFamily="34" charset="-120"/>
              </a:rPr>
              <a:t>Es bonito Ávila.</a:t>
            </a:r>
            <a:endParaRPr lang="en-US" sz="1500" dirty="0"/>
          </a:p>
        </p:txBody>
      </p:sp>
      <p:sp>
        <p:nvSpPr>
          <p:cNvPr id="14" name="Text 12"/>
          <p:cNvSpPr/>
          <p:nvPr/>
        </p:nvSpPr>
        <p:spPr>
          <a:xfrm>
            <a:off x="685800" y="2240280"/>
            <a:ext cx="1645920" cy="160020"/>
          </a:xfrm>
          <a:prstGeom prst="rect">
            <a:avLst/>
          </a:prstGeom>
          <a:noFill/>
          <a:ln/>
        </p:spPr>
        <p:txBody>
          <a:bodyPr wrap="square" lIns="0" tIns="0" rIns="0" bIns="0" rtlCol="0" anchor="ctr"/>
          <a:lstStyle/>
          <a:p>
            <a:pPr indent="0" marL="0">
              <a:buNone/>
            </a:pPr>
            <a:r>
              <a:rPr lang="en-US" sz="1250" b="1" dirty="0">
                <a:solidFill>
                  <a:srgbClr val="A8323B"/>
                </a:solidFill>
                <a:latin typeface="Bricolage Grotesque" pitchFamily="34" charset="0"/>
                <a:ea typeface="Bricolage Grotesque" pitchFamily="34" charset="-122"/>
                <a:cs typeface="Bricolage Grotesque" pitchFamily="34" charset="-120"/>
              </a:rPr>
              <a:t>Julio</a:t>
            </a:r>
            <a:endParaRPr lang="en-US" sz="1250" dirty="0"/>
          </a:p>
        </p:txBody>
      </p:sp>
      <p:sp>
        <p:nvSpPr>
          <p:cNvPr id="15" name="Text 13"/>
          <p:cNvSpPr/>
          <p:nvPr/>
        </p:nvSpPr>
        <p:spPr>
          <a:xfrm>
            <a:off x="2377440" y="2240280"/>
            <a:ext cx="9079992" cy="160020"/>
          </a:xfrm>
          <a:prstGeom prst="rect">
            <a:avLst/>
          </a:prstGeom>
          <a:noFill/>
          <a:ln/>
        </p:spPr>
        <p:txBody>
          <a:bodyPr wrap="square" lIns="0" tIns="0" rIns="0" bIns="0" rtlCol="0" anchor="ctr"/>
          <a:lstStyle/>
          <a:p>
            <a:pPr indent="0" marL="0">
              <a:buNone/>
            </a:pPr>
            <a:r>
              <a:rPr lang="en-US" sz="1500" dirty="0">
                <a:solidFill>
                  <a:srgbClr val="20242E"/>
                </a:solidFill>
                <a:latin typeface="Inter" pitchFamily="34" charset="0"/>
                <a:ea typeface="Inter" pitchFamily="34" charset="-122"/>
                <a:cs typeface="Inter" pitchFamily="34" charset="-120"/>
              </a:rPr>
              <a:t>Pero hace un frío… Nunca hace ese frío en Madrid.</a:t>
            </a:r>
            <a:endParaRPr lang="en-US" sz="1500" dirty="0"/>
          </a:p>
        </p:txBody>
      </p:sp>
      <p:sp>
        <p:nvSpPr>
          <p:cNvPr id="16" name="Text 14"/>
          <p:cNvSpPr/>
          <p:nvPr/>
        </p:nvSpPr>
        <p:spPr>
          <a:xfrm>
            <a:off x="685800" y="2446020"/>
            <a:ext cx="1645920" cy="160020"/>
          </a:xfrm>
          <a:prstGeom prst="rect">
            <a:avLst/>
          </a:prstGeom>
          <a:noFill/>
          <a:ln/>
        </p:spPr>
        <p:txBody>
          <a:bodyPr wrap="square" lIns="0" tIns="0" rIns="0" bIns="0" rtlCol="0" anchor="ctr"/>
          <a:lstStyle/>
          <a:p>
            <a:pPr indent="0" marL="0">
              <a:buNone/>
            </a:pPr>
            <a:r>
              <a:rPr lang="en-US" sz="1250" b="1" dirty="0">
                <a:solidFill>
                  <a:srgbClr val="A8323B"/>
                </a:solidFill>
                <a:latin typeface="Bricolage Grotesque" pitchFamily="34" charset="0"/>
                <a:ea typeface="Bricolage Grotesque" pitchFamily="34" charset="-122"/>
                <a:cs typeface="Bricolage Grotesque" pitchFamily="34" charset="-120"/>
              </a:rPr>
              <a:t>Camarero</a:t>
            </a:r>
            <a:endParaRPr lang="en-US" sz="1250" dirty="0"/>
          </a:p>
        </p:txBody>
      </p:sp>
      <p:sp>
        <p:nvSpPr>
          <p:cNvPr id="17" name="Text 15"/>
          <p:cNvSpPr/>
          <p:nvPr/>
        </p:nvSpPr>
        <p:spPr>
          <a:xfrm>
            <a:off x="2377440" y="2446020"/>
            <a:ext cx="9079992" cy="160020"/>
          </a:xfrm>
          <a:prstGeom prst="rect">
            <a:avLst/>
          </a:prstGeom>
          <a:noFill/>
          <a:ln/>
        </p:spPr>
        <p:txBody>
          <a:bodyPr wrap="square" lIns="0" tIns="0" rIns="0" bIns="0" rtlCol="0" anchor="ctr"/>
          <a:lstStyle/>
          <a:p>
            <a:pPr indent="0" marL="0">
              <a:buNone/>
            </a:pPr>
            <a:r>
              <a:rPr lang="en-US" sz="1500" dirty="0">
                <a:solidFill>
                  <a:srgbClr val="20242E"/>
                </a:solidFill>
                <a:latin typeface="Inter" pitchFamily="34" charset="0"/>
                <a:ea typeface="Inter" pitchFamily="34" charset="-122"/>
                <a:cs typeface="Inter" pitchFamily="34" charset="-120"/>
              </a:rPr>
              <a:t>Lo bueno es que, por lo menos, puedes estar con tu familia.</a:t>
            </a:r>
            <a:endParaRPr lang="en-US" sz="1500" dirty="0"/>
          </a:p>
        </p:txBody>
      </p:sp>
      <p:sp>
        <p:nvSpPr>
          <p:cNvPr id="18" name="Text 16"/>
          <p:cNvSpPr/>
          <p:nvPr/>
        </p:nvSpPr>
        <p:spPr>
          <a:xfrm>
            <a:off x="685800" y="2651760"/>
            <a:ext cx="1645920" cy="160020"/>
          </a:xfrm>
          <a:prstGeom prst="rect">
            <a:avLst/>
          </a:prstGeom>
          <a:noFill/>
          <a:ln/>
        </p:spPr>
        <p:txBody>
          <a:bodyPr wrap="square" lIns="0" tIns="0" rIns="0" bIns="0" rtlCol="0" anchor="ctr"/>
          <a:lstStyle/>
          <a:p>
            <a:pPr indent="0" marL="0">
              <a:buNone/>
            </a:pPr>
            <a:r>
              <a:rPr lang="en-US" sz="1250" b="1" dirty="0">
                <a:solidFill>
                  <a:srgbClr val="A8323B"/>
                </a:solidFill>
                <a:latin typeface="Bricolage Grotesque" pitchFamily="34" charset="0"/>
                <a:ea typeface="Bricolage Grotesque" pitchFamily="34" charset="-122"/>
                <a:cs typeface="Bricolage Grotesque" pitchFamily="34" charset="-120"/>
              </a:rPr>
              <a:t>Camarero</a:t>
            </a:r>
            <a:endParaRPr lang="en-US" sz="1250" dirty="0"/>
          </a:p>
        </p:txBody>
      </p:sp>
      <p:sp>
        <p:nvSpPr>
          <p:cNvPr id="19" name="Text 17"/>
          <p:cNvSpPr/>
          <p:nvPr/>
        </p:nvSpPr>
        <p:spPr>
          <a:xfrm>
            <a:off x="2377440" y="2651760"/>
            <a:ext cx="9079992" cy="160020"/>
          </a:xfrm>
          <a:prstGeom prst="rect">
            <a:avLst/>
          </a:prstGeom>
          <a:noFill/>
          <a:ln/>
        </p:spPr>
        <p:txBody>
          <a:bodyPr wrap="square" lIns="0" tIns="0" rIns="0" bIns="0" rtlCol="0" anchor="ctr"/>
          <a:lstStyle/>
          <a:p>
            <a:pPr indent="0" marL="0">
              <a:buNone/>
            </a:pPr>
            <a:r>
              <a:rPr lang="en-US" sz="1500" dirty="0">
                <a:solidFill>
                  <a:srgbClr val="20242E"/>
                </a:solidFill>
                <a:latin typeface="Inter" pitchFamily="34" charset="0"/>
                <a:ea typeface="Inter" pitchFamily="34" charset="-122"/>
                <a:cs typeface="Inter" pitchFamily="34" charset="-120"/>
              </a:rPr>
              <a:t>Pasas las fiestas de Navidad con los tuyos. Con tus padres, tus tíos, tus hermanos.</a:t>
            </a:r>
            <a:endParaRPr lang="en-US" sz="1500" dirty="0"/>
          </a:p>
        </p:txBody>
      </p:sp>
      <p:sp>
        <p:nvSpPr>
          <p:cNvPr id="20" name="Text 18"/>
          <p:cNvSpPr/>
          <p:nvPr/>
        </p:nvSpPr>
        <p:spPr>
          <a:xfrm>
            <a:off x="685800" y="2857500"/>
            <a:ext cx="1645920" cy="160020"/>
          </a:xfrm>
          <a:prstGeom prst="rect">
            <a:avLst/>
          </a:prstGeom>
          <a:noFill/>
          <a:ln/>
        </p:spPr>
        <p:txBody>
          <a:bodyPr wrap="square" lIns="0" tIns="0" rIns="0" bIns="0" rtlCol="0" anchor="ctr"/>
          <a:lstStyle/>
          <a:p>
            <a:pPr indent="0" marL="0">
              <a:buNone/>
            </a:pPr>
            <a:r>
              <a:rPr lang="en-US" sz="1250" b="1" dirty="0">
                <a:solidFill>
                  <a:srgbClr val="A8323B"/>
                </a:solidFill>
                <a:latin typeface="Bricolage Grotesque" pitchFamily="34" charset="0"/>
                <a:ea typeface="Bricolage Grotesque" pitchFamily="34" charset="-122"/>
                <a:cs typeface="Bricolage Grotesque" pitchFamily="34" charset="-120"/>
              </a:rPr>
              <a:t>Camarero</a:t>
            </a:r>
            <a:endParaRPr lang="en-US" sz="1250" dirty="0"/>
          </a:p>
        </p:txBody>
      </p:sp>
      <p:sp>
        <p:nvSpPr>
          <p:cNvPr id="21" name="Text 19"/>
          <p:cNvSpPr/>
          <p:nvPr/>
        </p:nvSpPr>
        <p:spPr>
          <a:xfrm>
            <a:off x="2377440" y="2857500"/>
            <a:ext cx="9079992" cy="160020"/>
          </a:xfrm>
          <a:prstGeom prst="rect">
            <a:avLst/>
          </a:prstGeom>
          <a:noFill/>
          <a:ln/>
        </p:spPr>
        <p:txBody>
          <a:bodyPr wrap="square" lIns="0" tIns="0" rIns="0" bIns="0" rtlCol="0" anchor="ctr"/>
          <a:lstStyle/>
          <a:p>
            <a:pPr indent="0" marL="0">
              <a:buNone/>
            </a:pPr>
            <a:r>
              <a:rPr lang="en-US" sz="1500" dirty="0">
                <a:solidFill>
                  <a:srgbClr val="20242E"/>
                </a:solidFill>
                <a:latin typeface="Inter" pitchFamily="34" charset="0"/>
                <a:ea typeface="Inter" pitchFamily="34" charset="-122"/>
                <a:cs typeface="Inter" pitchFamily="34" charset="-120"/>
              </a:rPr>
              <a:t>Tus cuñados.</a:t>
            </a:r>
            <a:endParaRPr lang="en-US" sz="1500" dirty="0"/>
          </a:p>
        </p:txBody>
      </p:sp>
      <p:sp>
        <p:nvSpPr>
          <p:cNvPr id="22" name="Text 20"/>
          <p:cNvSpPr/>
          <p:nvPr/>
        </p:nvSpPr>
        <p:spPr>
          <a:xfrm>
            <a:off x="685800" y="3063240"/>
            <a:ext cx="1645920" cy="160020"/>
          </a:xfrm>
          <a:prstGeom prst="rect">
            <a:avLst/>
          </a:prstGeom>
          <a:noFill/>
          <a:ln/>
        </p:spPr>
        <p:txBody>
          <a:bodyPr wrap="square" lIns="0" tIns="0" rIns="0" bIns="0" rtlCol="0" anchor="ctr"/>
          <a:lstStyle/>
          <a:p>
            <a:pPr indent="0" marL="0">
              <a:buNone/>
            </a:pPr>
            <a:r>
              <a:rPr lang="en-US" sz="1250" b="1" dirty="0">
                <a:solidFill>
                  <a:srgbClr val="A8323B"/>
                </a:solidFill>
                <a:latin typeface="Bricolage Grotesque" pitchFamily="34" charset="0"/>
                <a:ea typeface="Bricolage Grotesque" pitchFamily="34" charset="-122"/>
                <a:cs typeface="Bricolage Grotesque" pitchFamily="34" charset="-120"/>
              </a:rPr>
              <a:t>Julio</a:t>
            </a:r>
            <a:endParaRPr lang="en-US" sz="1250" dirty="0"/>
          </a:p>
        </p:txBody>
      </p:sp>
      <p:sp>
        <p:nvSpPr>
          <p:cNvPr id="23" name="Text 21"/>
          <p:cNvSpPr/>
          <p:nvPr/>
        </p:nvSpPr>
        <p:spPr>
          <a:xfrm>
            <a:off x="2377440" y="3063240"/>
            <a:ext cx="9079992" cy="160020"/>
          </a:xfrm>
          <a:prstGeom prst="rect">
            <a:avLst/>
          </a:prstGeom>
          <a:noFill/>
          <a:ln/>
        </p:spPr>
        <p:txBody>
          <a:bodyPr wrap="square" lIns="0" tIns="0" rIns="0" bIns="0" rtlCol="0" anchor="ctr"/>
          <a:lstStyle/>
          <a:p>
            <a:pPr indent="0" marL="0">
              <a:buNone/>
            </a:pPr>
            <a:r>
              <a:rPr lang="en-US" sz="1500" dirty="0">
                <a:solidFill>
                  <a:srgbClr val="20242E"/>
                </a:solidFill>
                <a:latin typeface="Inter" pitchFamily="34" charset="0"/>
                <a:ea typeface="Inter" pitchFamily="34" charset="-122"/>
                <a:cs typeface="Inter" pitchFamily="34" charset="-120"/>
              </a:rPr>
              <a:t>Exacto. A veces te cansas de restaurantes y playas y hoteles. Amigos, amantes, copas, vino, fiesta. En cambio la familia…</a:t>
            </a:r>
            <a:endParaRPr lang="en-US" sz="1500" dirty="0"/>
          </a:p>
        </p:txBody>
      </p:sp>
      <p:sp>
        <p:nvSpPr>
          <p:cNvPr id="24" name="Text 22"/>
          <p:cNvSpPr/>
          <p:nvPr/>
        </p:nvSpPr>
        <p:spPr>
          <a:xfrm>
            <a:off x="685800" y="3268980"/>
            <a:ext cx="1645920" cy="160020"/>
          </a:xfrm>
          <a:prstGeom prst="rect">
            <a:avLst/>
          </a:prstGeom>
          <a:noFill/>
          <a:ln/>
        </p:spPr>
        <p:txBody>
          <a:bodyPr wrap="square" lIns="0" tIns="0" rIns="0" bIns="0" rtlCol="0" anchor="ctr"/>
          <a:lstStyle/>
          <a:p>
            <a:pPr indent="0" marL="0">
              <a:buNone/>
            </a:pPr>
            <a:r>
              <a:rPr lang="en-US" sz="1250" b="1" dirty="0">
                <a:solidFill>
                  <a:srgbClr val="A8323B"/>
                </a:solidFill>
                <a:latin typeface="Bricolage Grotesque" pitchFamily="34" charset="0"/>
                <a:ea typeface="Bricolage Grotesque" pitchFamily="34" charset="-122"/>
                <a:cs typeface="Bricolage Grotesque" pitchFamily="34" charset="-120"/>
              </a:rPr>
              <a:t>Camarero</a:t>
            </a:r>
            <a:endParaRPr lang="en-US" sz="1250" dirty="0"/>
          </a:p>
        </p:txBody>
      </p:sp>
      <p:sp>
        <p:nvSpPr>
          <p:cNvPr id="25" name="Text 23"/>
          <p:cNvSpPr/>
          <p:nvPr/>
        </p:nvSpPr>
        <p:spPr>
          <a:xfrm>
            <a:off x="2377440" y="3268980"/>
            <a:ext cx="9079992" cy="160020"/>
          </a:xfrm>
          <a:prstGeom prst="rect">
            <a:avLst/>
          </a:prstGeom>
          <a:noFill/>
          <a:ln/>
        </p:spPr>
        <p:txBody>
          <a:bodyPr wrap="square" lIns="0" tIns="0" rIns="0" bIns="0" rtlCol="0" anchor="ctr"/>
          <a:lstStyle/>
          <a:p>
            <a:pPr indent="0" marL="0">
              <a:buNone/>
            </a:pPr>
            <a:r>
              <a:rPr lang="en-US" sz="1500" dirty="0">
                <a:solidFill>
                  <a:srgbClr val="20242E"/>
                </a:solidFill>
                <a:latin typeface="Inter" pitchFamily="34" charset="0"/>
                <a:ea typeface="Inter" pitchFamily="34" charset="-122"/>
                <a:cs typeface="Inter" pitchFamily="34" charset="-120"/>
              </a:rPr>
              <a:t>¿Qué?</a:t>
            </a:r>
            <a:endParaRPr lang="en-US" sz="1500" dirty="0"/>
          </a:p>
        </p:txBody>
      </p:sp>
      <p:sp>
        <p:nvSpPr>
          <p:cNvPr id="26" name="Text 24"/>
          <p:cNvSpPr/>
          <p:nvPr/>
        </p:nvSpPr>
        <p:spPr>
          <a:xfrm>
            <a:off x="685800" y="3474720"/>
            <a:ext cx="1645920" cy="160020"/>
          </a:xfrm>
          <a:prstGeom prst="rect">
            <a:avLst/>
          </a:prstGeom>
          <a:noFill/>
          <a:ln/>
        </p:spPr>
        <p:txBody>
          <a:bodyPr wrap="square" lIns="0" tIns="0" rIns="0" bIns="0" rtlCol="0" anchor="ctr"/>
          <a:lstStyle/>
          <a:p>
            <a:pPr indent="0" marL="0">
              <a:buNone/>
            </a:pPr>
            <a:r>
              <a:rPr lang="en-US" sz="1250" b="1" dirty="0">
                <a:solidFill>
                  <a:srgbClr val="A8323B"/>
                </a:solidFill>
                <a:latin typeface="Bricolage Grotesque" pitchFamily="34" charset="0"/>
                <a:ea typeface="Bricolage Grotesque" pitchFamily="34" charset="-122"/>
                <a:cs typeface="Bricolage Grotesque" pitchFamily="34" charset="-120"/>
              </a:rPr>
              <a:t>Julio</a:t>
            </a:r>
            <a:endParaRPr lang="en-US" sz="1250" dirty="0"/>
          </a:p>
        </p:txBody>
      </p:sp>
      <p:sp>
        <p:nvSpPr>
          <p:cNvPr id="27" name="Text 25"/>
          <p:cNvSpPr/>
          <p:nvPr/>
        </p:nvSpPr>
        <p:spPr>
          <a:xfrm>
            <a:off x="2377440" y="3474720"/>
            <a:ext cx="9079992" cy="160020"/>
          </a:xfrm>
          <a:prstGeom prst="rect">
            <a:avLst/>
          </a:prstGeom>
          <a:noFill/>
          <a:ln/>
        </p:spPr>
        <p:txBody>
          <a:bodyPr wrap="square" lIns="0" tIns="0" rIns="0" bIns="0" rtlCol="0" anchor="ctr"/>
          <a:lstStyle/>
          <a:p>
            <a:pPr indent="0" marL="0">
              <a:buNone/>
            </a:pPr>
            <a:r>
              <a:rPr lang="en-US" sz="1500" dirty="0">
                <a:solidFill>
                  <a:srgbClr val="20242E"/>
                </a:solidFill>
                <a:latin typeface="Inter" pitchFamily="34" charset="0"/>
                <a:ea typeface="Inter" pitchFamily="34" charset="-122"/>
                <a:cs typeface="Inter" pitchFamily="34" charset="-120"/>
              </a:rPr>
              <a:t>No, digo que la familia es para siempre.</a:t>
            </a:r>
            <a:endParaRPr lang="en-US" sz="1500" dirty="0"/>
          </a:p>
        </p:txBody>
      </p:sp>
      <p:sp>
        <p:nvSpPr>
          <p:cNvPr id="28" name="Text 26"/>
          <p:cNvSpPr/>
          <p:nvPr/>
        </p:nvSpPr>
        <p:spPr>
          <a:xfrm>
            <a:off x="685800" y="3680460"/>
            <a:ext cx="1645920" cy="160020"/>
          </a:xfrm>
          <a:prstGeom prst="rect">
            <a:avLst/>
          </a:prstGeom>
          <a:noFill/>
          <a:ln/>
        </p:spPr>
        <p:txBody>
          <a:bodyPr wrap="square" lIns="0" tIns="0" rIns="0" bIns="0" rtlCol="0" anchor="ctr"/>
          <a:lstStyle/>
          <a:p>
            <a:pPr indent="0" marL="0">
              <a:buNone/>
            </a:pPr>
            <a:r>
              <a:rPr lang="en-US" sz="1250" b="1" dirty="0">
                <a:solidFill>
                  <a:srgbClr val="A8323B"/>
                </a:solidFill>
                <a:latin typeface="Bricolage Grotesque" pitchFamily="34" charset="0"/>
                <a:ea typeface="Bricolage Grotesque" pitchFamily="34" charset="-122"/>
                <a:cs typeface="Bricolage Grotesque" pitchFamily="34" charset="-120"/>
              </a:rPr>
              <a:t>Julio</a:t>
            </a:r>
            <a:endParaRPr lang="en-US" sz="1250" dirty="0"/>
          </a:p>
        </p:txBody>
      </p:sp>
      <p:sp>
        <p:nvSpPr>
          <p:cNvPr id="29" name="Text 27"/>
          <p:cNvSpPr/>
          <p:nvPr/>
        </p:nvSpPr>
        <p:spPr>
          <a:xfrm>
            <a:off x="2377440" y="3680460"/>
            <a:ext cx="9079992" cy="160020"/>
          </a:xfrm>
          <a:prstGeom prst="rect">
            <a:avLst/>
          </a:prstGeom>
          <a:noFill/>
          <a:ln/>
        </p:spPr>
        <p:txBody>
          <a:bodyPr wrap="square" lIns="0" tIns="0" rIns="0" bIns="0" rtlCol="0" anchor="ctr"/>
          <a:lstStyle/>
          <a:p>
            <a:pPr indent="0" marL="0">
              <a:buNone/>
            </a:pPr>
            <a:r>
              <a:rPr lang="en-US" sz="1500" dirty="0">
                <a:solidFill>
                  <a:srgbClr val="20242E"/>
                </a:solidFill>
                <a:latin typeface="Inter" pitchFamily="34" charset="0"/>
                <a:ea typeface="Inter" pitchFamily="34" charset="-122"/>
                <a:cs typeface="Inter" pitchFamily="34" charset="-120"/>
              </a:rPr>
              <a:t>Ya. ¿Y tú te quedas en Madrid?</a:t>
            </a:r>
            <a:endParaRPr lang="en-US" sz="1500" dirty="0"/>
          </a:p>
        </p:txBody>
      </p:sp>
      <p:sp>
        <p:nvSpPr>
          <p:cNvPr id="30" name="Text 28"/>
          <p:cNvSpPr/>
          <p:nvPr/>
        </p:nvSpPr>
        <p:spPr>
          <a:xfrm>
            <a:off x="685800" y="3886200"/>
            <a:ext cx="1645920" cy="160020"/>
          </a:xfrm>
          <a:prstGeom prst="rect">
            <a:avLst/>
          </a:prstGeom>
          <a:noFill/>
          <a:ln/>
        </p:spPr>
        <p:txBody>
          <a:bodyPr wrap="square" lIns="0" tIns="0" rIns="0" bIns="0" rtlCol="0" anchor="ctr"/>
          <a:lstStyle/>
          <a:p>
            <a:pPr indent="0" marL="0">
              <a:buNone/>
            </a:pPr>
            <a:r>
              <a:rPr lang="en-US" sz="1250" b="1" dirty="0">
                <a:solidFill>
                  <a:srgbClr val="A8323B"/>
                </a:solidFill>
                <a:latin typeface="Bricolage Grotesque" pitchFamily="34" charset="0"/>
                <a:ea typeface="Bricolage Grotesque" pitchFamily="34" charset="-122"/>
                <a:cs typeface="Bricolage Grotesque" pitchFamily="34" charset="-120"/>
              </a:rPr>
              <a:t>Camarero</a:t>
            </a:r>
            <a:endParaRPr lang="en-US" sz="1250" dirty="0"/>
          </a:p>
        </p:txBody>
      </p:sp>
      <p:sp>
        <p:nvSpPr>
          <p:cNvPr id="31" name="Text 29"/>
          <p:cNvSpPr/>
          <p:nvPr/>
        </p:nvSpPr>
        <p:spPr>
          <a:xfrm>
            <a:off x="2377440" y="3886200"/>
            <a:ext cx="9079992" cy="160020"/>
          </a:xfrm>
          <a:prstGeom prst="rect">
            <a:avLst/>
          </a:prstGeom>
          <a:noFill/>
          <a:ln/>
        </p:spPr>
        <p:txBody>
          <a:bodyPr wrap="square" lIns="0" tIns="0" rIns="0" bIns="0" rtlCol="0" anchor="ctr"/>
          <a:lstStyle/>
          <a:p>
            <a:pPr indent="0" marL="0">
              <a:buNone/>
            </a:pPr>
            <a:r>
              <a:rPr lang="en-US" sz="1500" dirty="0">
                <a:solidFill>
                  <a:srgbClr val="20242E"/>
                </a:solidFill>
                <a:latin typeface="Inter" pitchFamily="34" charset="0"/>
                <a:ea typeface="Inter" pitchFamily="34" charset="-122"/>
                <a:cs typeface="Inter" pitchFamily="34" charset="-120"/>
              </a:rPr>
              <a:t>Yo voy todos los años al Caribe.</a:t>
            </a:r>
            <a:endParaRPr lang="en-US" sz="1500" dirty="0"/>
          </a:p>
        </p:txBody>
      </p:sp>
      <p:sp>
        <p:nvSpPr>
          <p:cNvPr id="32" name="Text 30"/>
          <p:cNvSpPr/>
          <p:nvPr/>
        </p:nvSpPr>
        <p:spPr>
          <a:xfrm>
            <a:off x="685800" y="4091940"/>
            <a:ext cx="1645920" cy="160020"/>
          </a:xfrm>
          <a:prstGeom prst="rect">
            <a:avLst/>
          </a:prstGeom>
          <a:noFill/>
          <a:ln/>
        </p:spPr>
        <p:txBody>
          <a:bodyPr wrap="square" lIns="0" tIns="0" rIns="0" bIns="0" rtlCol="0" anchor="ctr"/>
          <a:lstStyle/>
          <a:p>
            <a:pPr indent="0" marL="0">
              <a:buNone/>
            </a:pPr>
            <a:r>
              <a:rPr lang="en-US" sz="1250" b="1" dirty="0">
                <a:solidFill>
                  <a:srgbClr val="A8323B"/>
                </a:solidFill>
                <a:latin typeface="Bricolage Grotesque" pitchFamily="34" charset="0"/>
                <a:ea typeface="Bricolage Grotesque" pitchFamily="34" charset="-122"/>
                <a:cs typeface="Bricolage Grotesque" pitchFamily="34" charset="-120"/>
              </a:rPr>
              <a:t>Julio</a:t>
            </a:r>
            <a:endParaRPr lang="en-US" sz="1250" dirty="0"/>
          </a:p>
        </p:txBody>
      </p:sp>
      <p:sp>
        <p:nvSpPr>
          <p:cNvPr id="33" name="Text 31"/>
          <p:cNvSpPr/>
          <p:nvPr/>
        </p:nvSpPr>
        <p:spPr>
          <a:xfrm>
            <a:off x="2377440" y="4091940"/>
            <a:ext cx="9079992" cy="160020"/>
          </a:xfrm>
          <a:prstGeom prst="rect">
            <a:avLst/>
          </a:prstGeom>
          <a:noFill/>
          <a:ln/>
        </p:spPr>
        <p:txBody>
          <a:bodyPr wrap="square" lIns="0" tIns="0" rIns="0" bIns="0" rtlCol="0" anchor="ctr"/>
          <a:lstStyle/>
          <a:p>
            <a:pPr indent="0" marL="0">
              <a:buNone/>
            </a:pPr>
            <a:r>
              <a:rPr lang="en-US" sz="1500" dirty="0">
                <a:solidFill>
                  <a:srgbClr val="20242E"/>
                </a:solidFill>
                <a:latin typeface="Inter" pitchFamily="34" charset="0"/>
                <a:ea typeface="Inter" pitchFamily="34" charset="-122"/>
                <a:cs typeface="Inter" pitchFamily="34" charset="-120"/>
              </a:rPr>
              <a:t>¿Y la familia?</a:t>
            </a:r>
            <a:endParaRPr lang="en-US" sz="1500" dirty="0"/>
          </a:p>
        </p:txBody>
      </p:sp>
      <p:sp>
        <p:nvSpPr>
          <p:cNvPr id="34" name="Text 32"/>
          <p:cNvSpPr/>
          <p:nvPr/>
        </p:nvSpPr>
        <p:spPr>
          <a:xfrm>
            <a:off x="685800" y="4297680"/>
            <a:ext cx="1645920" cy="160020"/>
          </a:xfrm>
          <a:prstGeom prst="rect">
            <a:avLst/>
          </a:prstGeom>
          <a:noFill/>
          <a:ln/>
        </p:spPr>
        <p:txBody>
          <a:bodyPr wrap="square" lIns="0" tIns="0" rIns="0" bIns="0" rtlCol="0" anchor="ctr"/>
          <a:lstStyle/>
          <a:p>
            <a:pPr indent="0" marL="0">
              <a:buNone/>
            </a:pPr>
            <a:r>
              <a:rPr lang="en-US" sz="1250" b="1" dirty="0">
                <a:solidFill>
                  <a:srgbClr val="A8323B"/>
                </a:solidFill>
                <a:latin typeface="Bricolage Grotesque" pitchFamily="34" charset="0"/>
                <a:ea typeface="Bricolage Grotesque" pitchFamily="34" charset="-122"/>
                <a:cs typeface="Bricolage Grotesque" pitchFamily="34" charset="-120"/>
              </a:rPr>
              <a:t>Camarero</a:t>
            </a:r>
            <a:endParaRPr lang="en-US" sz="1250" dirty="0"/>
          </a:p>
        </p:txBody>
      </p:sp>
      <p:sp>
        <p:nvSpPr>
          <p:cNvPr id="35" name="Text 33"/>
          <p:cNvSpPr/>
          <p:nvPr/>
        </p:nvSpPr>
        <p:spPr>
          <a:xfrm>
            <a:off x="2377440" y="4297680"/>
            <a:ext cx="9079992" cy="160020"/>
          </a:xfrm>
          <a:prstGeom prst="rect">
            <a:avLst/>
          </a:prstGeom>
          <a:noFill/>
          <a:ln/>
        </p:spPr>
        <p:txBody>
          <a:bodyPr wrap="square" lIns="0" tIns="0" rIns="0" bIns="0" rtlCol="0" anchor="ctr"/>
          <a:lstStyle/>
          <a:p>
            <a:pPr indent="0" marL="0">
              <a:buNone/>
            </a:pPr>
            <a:r>
              <a:rPr lang="en-US" sz="1500" dirty="0">
                <a:solidFill>
                  <a:srgbClr val="20242E"/>
                </a:solidFill>
                <a:latin typeface="Inter" pitchFamily="34" charset="0"/>
                <a:ea typeface="Inter" pitchFamily="34" charset="-122"/>
                <a:cs typeface="Inter" pitchFamily="34" charset="-120"/>
              </a:rPr>
              <a:t>Es que me gusta hacer submarinismo.</a:t>
            </a:r>
            <a:endParaRPr lang="en-US" sz="1500" dirty="0"/>
          </a:p>
        </p:txBody>
      </p:sp>
      <p:sp>
        <p:nvSpPr>
          <p:cNvPr id="36" name="Text 34"/>
          <p:cNvSpPr/>
          <p:nvPr/>
        </p:nvSpPr>
        <p:spPr>
          <a:xfrm>
            <a:off x="685800" y="4503420"/>
            <a:ext cx="1645920" cy="160020"/>
          </a:xfrm>
          <a:prstGeom prst="rect">
            <a:avLst/>
          </a:prstGeom>
          <a:noFill/>
          <a:ln/>
        </p:spPr>
        <p:txBody>
          <a:bodyPr wrap="square" lIns="0" tIns="0" rIns="0" bIns="0" rtlCol="0" anchor="ctr"/>
          <a:lstStyle/>
          <a:p>
            <a:pPr indent="0" marL="0">
              <a:buNone/>
            </a:pPr>
            <a:r>
              <a:rPr lang="en-US" sz="1250" b="1" dirty="0">
                <a:solidFill>
                  <a:srgbClr val="A8323B"/>
                </a:solidFill>
                <a:latin typeface="Bricolage Grotesque" pitchFamily="34" charset="0"/>
                <a:ea typeface="Bricolage Grotesque" pitchFamily="34" charset="-122"/>
                <a:cs typeface="Bricolage Grotesque" pitchFamily="34" charset="-120"/>
              </a:rPr>
              <a:t>Julio</a:t>
            </a:r>
            <a:endParaRPr lang="en-US" sz="1250" dirty="0"/>
          </a:p>
        </p:txBody>
      </p:sp>
      <p:sp>
        <p:nvSpPr>
          <p:cNvPr id="37" name="Text 35"/>
          <p:cNvSpPr/>
          <p:nvPr/>
        </p:nvSpPr>
        <p:spPr>
          <a:xfrm>
            <a:off x="2377440" y="4503420"/>
            <a:ext cx="9079992" cy="160020"/>
          </a:xfrm>
          <a:prstGeom prst="rect">
            <a:avLst/>
          </a:prstGeom>
          <a:noFill/>
          <a:ln/>
        </p:spPr>
        <p:txBody>
          <a:bodyPr wrap="square" lIns="0" tIns="0" rIns="0" bIns="0" rtlCol="0" anchor="ctr"/>
          <a:lstStyle/>
          <a:p>
            <a:pPr indent="0" marL="0">
              <a:buNone/>
            </a:pPr>
            <a:r>
              <a:rPr lang="en-US" sz="1500" dirty="0">
                <a:solidFill>
                  <a:srgbClr val="20242E"/>
                </a:solidFill>
                <a:latin typeface="Inter" pitchFamily="34" charset="0"/>
                <a:ea typeface="Inter" pitchFamily="34" charset="-122"/>
                <a:cs typeface="Inter" pitchFamily="34" charset="-120"/>
              </a:rPr>
              <a:t>Ya. A ella también le gusta hacer submarinismo.</a:t>
            </a:r>
            <a:endParaRPr lang="en-US" sz="1500" dirty="0"/>
          </a:p>
        </p:txBody>
      </p:sp>
      <p:sp>
        <p:nvSpPr>
          <p:cNvPr id="38" name="Text 36"/>
          <p:cNvSpPr/>
          <p:nvPr/>
        </p:nvSpPr>
        <p:spPr>
          <a:xfrm>
            <a:off x="685800" y="4709160"/>
            <a:ext cx="1645920" cy="160020"/>
          </a:xfrm>
          <a:prstGeom prst="rect">
            <a:avLst/>
          </a:prstGeom>
          <a:noFill/>
          <a:ln/>
        </p:spPr>
        <p:txBody>
          <a:bodyPr wrap="square" lIns="0" tIns="0" rIns="0" bIns="0" rtlCol="0" anchor="ctr"/>
          <a:lstStyle/>
          <a:p>
            <a:pPr indent="0" marL="0">
              <a:buNone/>
            </a:pPr>
            <a:r>
              <a:rPr lang="en-US" sz="1250" b="1" dirty="0">
                <a:solidFill>
                  <a:srgbClr val="A8323B"/>
                </a:solidFill>
                <a:latin typeface="Bricolage Grotesque" pitchFamily="34" charset="0"/>
                <a:ea typeface="Bricolage Grotesque" pitchFamily="34" charset="-122"/>
                <a:cs typeface="Bricolage Grotesque" pitchFamily="34" charset="-120"/>
              </a:rPr>
              <a:t>Camarero</a:t>
            </a:r>
            <a:endParaRPr lang="en-US" sz="1250" dirty="0"/>
          </a:p>
        </p:txBody>
      </p:sp>
      <p:sp>
        <p:nvSpPr>
          <p:cNvPr id="39" name="Text 37"/>
          <p:cNvSpPr/>
          <p:nvPr/>
        </p:nvSpPr>
        <p:spPr>
          <a:xfrm>
            <a:off x="2377440" y="4709160"/>
            <a:ext cx="9079992" cy="160020"/>
          </a:xfrm>
          <a:prstGeom prst="rect">
            <a:avLst/>
          </a:prstGeom>
          <a:noFill/>
          <a:ln/>
        </p:spPr>
        <p:txBody>
          <a:bodyPr wrap="square" lIns="0" tIns="0" rIns="0" bIns="0" rtlCol="0" anchor="ctr"/>
          <a:lstStyle/>
          <a:p>
            <a:pPr indent="0" marL="0">
              <a:buNone/>
            </a:pPr>
            <a:r>
              <a:rPr lang="en-US" sz="1500" dirty="0">
                <a:solidFill>
                  <a:srgbClr val="20242E"/>
                </a:solidFill>
                <a:latin typeface="Inter" pitchFamily="34" charset="0"/>
                <a:ea typeface="Inter" pitchFamily="34" charset="-122"/>
                <a:cs typeface="Inter" pitchFamily="34" charset="-120"/>
              </a:rPr>
              <a:t>¿Por qué no lo intentas?</a:t>
            </a:r>
            <a:endParaRPr lang="en-US" sz="1500" dirty="0"/>
          </a:p>
        </p:txBody>
      </p:sp>
      <p:sp>
        <p:nvSpPr>
          <p:cNvPr id="40" name="Text 38"/>
          <p:cNvSpPr/>
          <p:nvPr/>
        </p:nvSpPr>
        <p:spPr>
          <a:xfrm>
            <a:off x="685800" y="4914900"/>
            <a:ext cx="1645920" cy="160020"/>
          </a:xfrm>
          <a:prstGeom prst="rect">
            <a:avLst/>
          </a:prstGeom>
          <a:noFill/>
          <a:ln/>
        </p:spPr>
        <p:txBody>
          <a:bodyPr wrap="square" lIns="0" tIns="0" rIns="0" bIns="0" rtlCol="0" anchor="ctr"/>
          <a:lstStyle/>
          <a:p>
            <a:pPr indent="0" marL="0">
              <a:buNone/>
            </a:pPr>
            <a:r>
              <a:rPr lang="en-US" sz="1250" b="1" dirty="0">
                <a:solidFill>
                  <a:srgbClr val="A8323B"/>
                </a:solidFill>
                <a:latin typeface="Bricolage Grotesque" pitchFamily="34" charset="0"/>
                <a:ea typeface="Bricolage Grotesque" pitchFamily="34" charset="-122"/>
                <a:cs typeface="Bricolage Grotesque" pitchFamily="34" charset="-120"/>
              </a:rPr>
              <a:t>Julio</a:t>
            </a:r>
            <a:endParaRPr lang="en-US" sz="1250" dirty="0"/>
          </a:p>
        </p:txBody>
      </p:sp>
      <p:sp>
        <p:nvSpPr>
          <p:cNvPr id="41" name="Text 39"/>
          <p:cNvSpPr/>
          <p:nvPr/>
        </p:nvSpPr>
        <p:spPr>
          <a:xfrm>
            <a:off x="2377440" y="4914900"/>
            <a:ext cx="9079992" cy="160020"/>
          </a:xfrm>
          <a:prstGeom prst="rect">
            <a:avLst/>
          </a:prstGeom>
          <a:noFill/>
          <a:ln/>
        </p:spPr>
        <p:txBody>
          <a:bodyPr wrap="square" lIns="0" tIns="0" rIns="0" bIns="0" rtlCol="0" anchor="ctr"/>
          <a:lstStyle/>
          <a:p>
            <a:pPr indent="0" marL="0">
              <a:buNone/>
            </a:pPr>
            <a:r>
              <a:rPr lang="en-US" sz="1500" dirty="0">
                <a:solidFill>
                  <a:srgbClr val="20242E"/>
                </a:solidFill>
                <a:latin typeface="Inter" pitchFamily="34" charset="0"/>
                <a:ea typeface="Inter" pitchFamily="34" charset="-122"/>
                <a:cs typeface="Inter" pitchFamily="34" charset="-120"/>
              </a:rPr>
              <a:t>Bueno, es que en Ávila es difícil, ¿sabes? Yo voy mucho al cine.</a:t>
            </a:r>
            <a:endParaRPr lang="en-US" sz="1500" dirty="0"/>
          </a:p>
        </p:txBody>
      </p:sp>
      <p:sp>
        <p:nvSpPr>
          <p:cNvPr id="42" name="Text 40"/>
          <p:cNvSpPr/>
          <p:nvPr/>
        </p:nvSpPr>
        <p:spPr>
          <a:xfrm>
            <a:off x="685800" y="5120640"/>
            <a:ext cx="1645920" cy="160020"/>
          </a:xfrm>
          <a:prstGeom prst="rect">
            <a:avLst/>
          </a:prstGeom>
          <a:noFill/>
          <a:ln/>
        </p:spPr>
        <p:txBody>
          <a:bodyPr wrap="square" lIns="0" tIns="0" rIns="0" bIns="0" rtlCol="0" anchor="ctr"/>
          <a:lstStyle/>
          <a:p>
            <a:pPr indent="0" marL="0">
              <a:buNone/>
            </a:pPr>
            <a:r>
              <a:rPr lang="en-US" sz="1250" b="1" dirty="0">
                <a:solidFill>
                  <a:srgbClr val="A8323B"/>
                </a:solidFill>
                <a:latin typeface="Bricolage Grotesque" pitchFamily="34" charset="0"/>
                <a:ea typeface="Bricolage Grotesque" pitchFamily="34" charset="-122"/>
                <a:cs typeface="Bricolage Grotesque" pitchFamily="34" charset="-120"/>
              </a:rPr>
              <a:t>Clienta</a:t>
            </a:r>
            <a:endParaRPr lang="en-US" sz="1250" dirty="0"/>
          </a:p>
        </p:txBody>
      </p:sp>
      <p:sp>
        <p:nvSpPr>
          <p:cNvPr id="43" name="Text 41"/>
          <p:cNvSpPr/>
          <p:nvPr/>
        </p:nvSpPr>
        <p:spPr>
          <a:xfrm>
            <a:off x="2377440" y="5120640"/>
            <a:ext cx="9079992" cy="160020"/>
          </a:xfrm>
          <a:prstGeom prst="rect">
            <a:avLst/>
          </a:prstGeom>
          <a:noFill/>
          <a:ln/>
        </p:spPr>
        <p:txBody>
          <a:bodyPr wrap="square" lIns="0" tIns="0" rIns="0" bIns="0" rtlCol="0" anchor="ctr"/>
          <a:lstStyle/>
          <a:p>
            <a:pPr indent="0" marL="0">
              <a:buNone/>
            </a:pPr>
            <a:r>
              <a:rPr lang="en-US" sz="1500" dirty="0">
                <a:solidFill>
                  <a:srgbClr val="20242E"/>
                </a:solidFill>
                <a:latin typeface="Inter" pitchFamily="34" charset="0"/>
                <a:ea typeface="Inter" pitchFamily="34" charset="-122"/>
                <a:cs typeface="Inter" pitchFamily="34" charset="-120"/>
              </a:rPr>
              <a:t>Me gusta el cine y me gusta la ópera.</a:t>
            </a:r>
            <a:endParaRPr lang="en-US" sz="1500" dirty="0"/>
          </a:p>
        </p:txBody>
      </p:sp>
      <p:sp>
        <p:nvSpPr>
          <p:cNvPr id="44" name="Text 42"/>
          <p:cNvSpPr/>
          <p:nvPr/>
        </p:nvSpPr>
        <p:spPr>
          <a:xfrm>
            <a:off x="685800" y="5326380"/>
            <a:ext cx="1645920" cy="160020"/>
          </a:xfrm>
          <a:prstGeom prst="rect">
            <a:avLst/>
          </a:prstGeom>
          <a:noFill/>
          <a:ln/>
        </p:spPr>
        <p:txBody>
          <a:bodyPr wrap="square" lIns="0" tIns="0" rIns="0" bIns="0" rtlCol="0" anchor="ctr"/>
          <a:lstStyle/>
          <a:p>
            <a:pPr indent="0" marL="0">
              <a:buNone/>
            </a:pPr>
            <a:r>
              <a:rPr lang="en-US" sz="1250" b="1" dirty="0">
                <a:solidFill>
                  <a:srgbClr val="A8323B"/>
                </a:solidFill>
                <a:latin typeface="Bricolage Grotesque" pitchFamily="34" charset="0"/>
                <a:ea typeface="Bricolage Grotesque" pitchFamily="34" charset="-122"/>
                <a:cs typeface="Bricolage Grotesque" pitchFamily="34" charset="-120"/>
              </a:rPr>
              <a:t>Julio</a:t>
            </a:r>
            <a:endParaRPr lang="en-US" sz="1250" dirty="0"/>
          </a:p>
        </p:txBody>
      </p:sp>
      <p:sp>
        <p:nvSpPr>
          <p:cNvPr id="45" name="Text 43"/>
          <p:cNvSpPr/>
          <p:nvPr/>
        </p:nvSpPr>
        <p:spPr>
          <a:xfrm>
            <a:off x="2377440" y="5326380"/>
            <a:ext cx="9079992" cy="160020"/>
          </a:xfrm>
          <a:prstGeom prst="rect">
            <a:avLst/>
          </a:prstGeom>
          <a:noFill/>
          <a:ln/>
        </p:spPr>
        <p:txBody>
          <a:bodyPr wrap="square" lIns="0" tIns="0" rIns="0" bIns="0" rtlCol="0" anchor="ctr"/>
          <a:lstStyle/>
          <a:p>
            <a:pPr indent="0" marL="0">
              <a:buNone/>
            </a:pPr>
            <a:r>
              <a:rPr lang="en-US" sz="1500" dirty="0">
                <a:solidFill>
                  <a:srgbClr val="20242E"/>
                </a:solidFill>
                <a:latin typeface="Inter" pitchFamily="34" charset="0"/>
                <a:ea typeface="Inter" pitchFamily="34" charset="-122"/>
                <a:cs typeface="Inter" pitchFamily="34" charset="-120"/>
              </a:rPr>
              <a:t>Casi nunca voy a la ópera.</a:t>
            </a:r>
            <a:endParaRPr lang="en-US" sz="1500" dirty="0"/>
          </a:p>
        </p:txBody>
      </p:sp>
      <p:sp>
        <p:nvSpPr>
          <p:cNvPr id="46" name="Text 44"/>
          <p:cNvSpPr/>
          <p:nvPr/>
        </p:nvSpPr>
        <p:spPr>
          <a:xfrm>
            <a:off x="685800" y="5532120"/>
            <a:ext cx="1645920" cy="160020"/>
          </a:xfrm>
          <a:prstGeom prst="rect">
            <a:avLst/>
          </a:prstGeom>
          <a:noFill/>
          <a:ln/>
        </p:spPr>
        <p:txBody>
          <a:bodyPr wrap="square" lIns="0" tIns="0" rIns="0" bIns="0" rtlCol="0" anchor="ctr"/>
          <a:lstStyle/>
          <a:p>
            <a:pPr indent="0" marL="0">
              <a:buNone/>
            </a:pPr>
            <a:r>
              <a:rPr lang="en-US" sz="1250" b="1" dirty="0">
                <a:solidFill>
                  <a:srgbClr val="A8323B"/>
                </a:solidFill>
                <a:latin typeface="Bricolage Grotesque" pitchFamily="34" charset="0"/>
                <a:ea typeface="Bricolage Grotesque" pitchFamily="34" charset="-122"/>
                <a:cs typeface="Bricolage Grotesque" pitchFamily="34" charset="-120"/>
              </a:rPr>
              <a:t>Clienta</a:t>
            </a:r>
            <a:endParaRPr lang="en-US" sz="1250" dirty="0"/>
          </a:p>
        </p:txBody>
      </p:sp>
      <p:sp>
        <p:nvSpPr>
          <p:cNvPr id="47" name="Text 45"/>
          <p:cNvSpPr/>
          <p:nvPr/>
        </p:nvSpPr>
        <p:spPr>
          <a:xfrm>
            <a:off x="2377440" y="5532120"/>
            <a:ext cx="9079992" cy="160020"/>
          </a:xfrm>
          <a:prstGeom prst="rect">
            <a:avLst/>
          </a:prstGeom>
          <a:noFill/>
          <a:ln/>
        </p:spPr>
        <p:txBody>
          <a:bodyPr wrap="square" lIns="0" tIns="0" rIns="0" bIns="0" rtlCol="0" anchor="ctr"/>
          <a:lstStyle/>
          <a:p>
            <a:pPr indent="0" marL="0">
              <a:buNone/>
            </a:pPr>
            <a:r>
              <a:rPr lang="en-US" sz="1500" dirty="0">
                <a:solidFill>
                  <a:srgbClr val="20242E"/>
                </a:solidFill>
                <a:latin typeface="Inter" pitchFamily="34" charset="0"/>
                <a:ea typeface="Inter" pitchFamily="34" charset="-122"/>
                <a:cs typeface="Inter" pitchFamily="34" charset="-120"/>
              </a:rPr>
              <a:t>Y los deportes. Voy al gimnasio tres veces por semana. Hago yoga.</a:t>
            </a:r>
            <a:endParaRPr lang="en-US" sz="1500" dirty="0"/>
          </a:p>
        </p:txBody>
      </p:sp>
      <p:sp>
        <p:nvSpPr>
          <p:cNvPr id="48" name="Text 46"/>
          <p:cNvSpPr/>
          <p:nvPr/>
        </p:nvSpPr>
        <p:spPr>
          <a:xfrm>
            <a:off x="685800" y="5737860"/>
            <a:ext cx="1645920" cy="160020"/>
          </a:xfrm>
          <a:prstGeom prst="rect">
            <a:avLst/>
          </a:prstGeom>
          <a:noFill/>
          <a:ln/>
        </p:spPr>
        <p:txBody>
          <a:bodyPr wrap="square" lIns="0" tIns="0" rIns="0" bIns="0" rtlCol="0" anchor="ctr"/>
          <a:lstStyle/>
          <a:p>
            <a:pPr indent="0" marL="0">
              <a:buNone/>
            </a:pPr>
            <a:r>
              <a:rPr lang="en-US" sz="1250" b="1" dirty="0">
                <a:solidFill>
                  <a:srgbClr val="A8323B"/>
                </a:solidFill>
                <a:latin typeface="Bricolage Grotesque" pitchFamily="34" charset="0"/>
                <a:ea typeface="Bricolage Grotesque" pitchFamily="34" charset="-122"/>
                <a:cs typeface="Bricolage Grotesque" pitchFamily="34" charset="-120"/>
              </a:rPr>
              <a:t>Julio</a:t>
            </a:r>
            <a:endParaRPr lang="en-US" sz="1250" dirty="0"/>
          </a:p>
        </p:txBody>
      </p:sp>
      <p:sp>
        <p:nvSpPr>
          <p:cNvPr id="49" name="Text 47"/>
          <p:cNvSpPr/>
          <p:nvPr/>
        </p:nvSpPr>
        <p:spPr>
          <a:xfrm>
            <a:off x="2377440" y="5737860"/>
            <a:ext cx="9079992" cy="160020"/>
          </a:xfrm>
          <a:prstGeom prst="rect">
            <a:avLst/>
          </a:prstGeom>
          <a:noFill/>
          <a:ln/>
        </p:spPr>
        <p:txBody>
          <a:bodyPr wrap="square" lIns="0" tIns="0" rIns="0" bIns="0" rtlCol="0" anchor="ctr"/>
          <a:lstStyle/>
          <a:p>
            <a:pPr indent="0" marL="0">
              <a:buNone/>
            </a:pPr>
            <a:r>
              <a:rPr lang="en-US" sz="1500" dirty="0">
                <a:solidFill>
                  <a:srgbClr val="20242E"/>
                </a:solidFill>
                <a:latin typeface="Inter" pitchFamily="34" charset="0"/>
                <a:ea typeface="Inter" pitchFamily="34" charset="-122"/>
                <a:cs typeface="Inter" pitchFamily="34" charset="-120"/>
              </a:rPr>
              <a:t>¡Qué bien!</a:t>
            </a:r>
            <a:endParaRPr lang="en-US" sz="1500" dirty="0"/>
          </a:p>
        </p:txBody>
      </p:sp>
      <p:sp>
        <p:nvSpPr>
          <p:cNvPr id="50" name="Text 48"/>
          <p:cNvSpPr/>
          <p:nvPr/>
        </p:nvSpPr>
        <p:spPr>
          <a:xfrm>
            <a:off x="685800" y="5943600"/>
            <a:ext cx="1645920" cy="160020"/>
          </a:xfrm>
          <a:prstGeom prst="rect">
            <a:avLst/>
          </a:prstGeom>
          <a:noFill/>
          <a:ln/>
        </p:spPr>
        <p:txBody>
          <a:bodyPr wrap="square" lIns="0" tIns="0" rIns="0" bIns="0" rtlCol="0" anchor="ctr"/>
          <a:lstStyle/>
          <a:p>
            <a:pPr indent="0" marL="0">
              <a:buNone/>
            </a:pPr>
            <a:r>
              <a:rPr lang="en-US" sz="1250" b="1" dirty="0">
                <a:solidFill>
                  <a:srgbClr val="A8323B"/>
                </a:solidFill>
                <a:latin typeface="Bricolage Grotesque" pitchFamily="34" charset="0"/>
                <a:ea typeface="Bricolage Grotesque" pitchFamily="34" charset="-122"/>
                <a:cs typeface="Bricolage Grotesque" pitchFamily="34" charset="-120"/>
              </a:rPr>
              <a:t>Clienta</a:t>
            </a:r>
            <a:endParaRPr lang="en-US" sz="1250" dirty="0"/>
          </a:p>
        </p:txBody>
      </p:sp>
      <p:sp>
        <p:nvSpPr>
          <p:cNvPr id="51" name="Text 49"/>
          <p:cNvSpPr/>
          <p:nvPr/>
        </p:nvSpPr>
        <p:spPr>
          <a:xfrm>
            <a:off x="2377440" y="5943600"/>
            <a:ext cx="9079992" cy="160020"/>
          </a:xfrm>
          <a:prstGeom prst="rect">
            <a:avLst/>
          </a:prstGeom>
          <a:noFill/>
          <a:ln/>
        </p:spPr>
        <p:txBody>
          <a:bodyPr wrap="square" lIns="0" tIns="0" rIns="0" bIns="0" rtlCol="0" anchor="ctr"/>
          <a:lstStyle/>
          <a:p>
            <a:pPr indent="0" marL="0">
              <a:buNone/>
            </a:pPr>
            <a:r>
              <a:rPr lang="en-US" sz="1500" dirty="0">
                <a:solidFill>
                  <a:srgbClr val="20242E"/>
                </a:solidFill>
                <a:latin typeface="Inter" pitchFamily="34" charset="0"/>
                <a:ea typeface="Inter" pitchFamily="34" charset="-122"/>
                <a:cs typeface="Inter" pitchFamily="34" charset="-120"/>
              </a:rPr>
              <a:t>¿Te gusta el yoga? Mira, mira lo que hago con la pierna. Soy muy flexible.</a:t>
            </a:r>
            <a:endParaRPr lang="en-US" sz="1500" dirty="0"/>
          </a:p>
        </p:txBody>
      </p:sp>
      <p:sp>
        <p:nvSpPr>
          <p:cNvPr id="52" name="Text 50"/>
          <p:cNvSpPr/>
          <p:nvPr/>
        </p:nvSpPr>
        <p:spPr>
          <a:xfrm>
            <a:off x="685800" y="6149340"/>
            <a:ext cx="1645920" cy="160020"/>
          </a:xfrm>
          <a:prstGeom prst="rect">
            <a:avLst/>
          </a:prstGeom>
          <a:noFill/>
          <a:ln/>
        </p:spPr>
        <p:txBody>
          <a:bodyPr wrap="square" lIns="0" tIns="0" rIns="0" bIns="0" rtlCol="0" anchor="ctr"/>
          <a:lstStyle/>
          <a:p>
            <a:pPr indent="0" marL="0">
              <a:buNone/>
            </a:pPr>
            <a:r>
              <a:rPr lang="en-US" sz="1250" b="1" dirty="0">
                <a:solidFill>
                  <a:srgbClr val="A8323B"/>
                </a:solidFill>
                <a:latin typeface="Bricolage Grotesque" pitchFamily="34" charset="0"/>
                <a:ea typeface="Bricolage Grotesque" pitchFamily="34" charset="-122"/>
                <a:cs typeface="Bricolage Grotesque" pitchFamily="34" charset="-120"/>
              </a:rPr>
              <a:t>Julio</a:t>
            </a:r>
            <a:endParaRPr lang="en-US" sz="1250" dirty="0"/>
          </a:p>
        </p:txBody>
      </p:sp>
      <p:sp>
        <p:nvSpPr>
          <p:cNvPr id="53" name="Text 51"/>
          <p:cNvSpPr/>
          <p:nvPr/>
        </p:nvSpPr>
        <p:spPr>
          <a:xfrm>
            <a:off x="2377440" y="6149340"/>
            <a:ext cx="9079992" cy="160020"/>
          </a:xfrm>
          <a:prstGeom prst="rect">
            <a:avLst/>
          </a:prstGeom>
          <a:noFill/>
          <a:ln/>
        </p:spPr>
        <p:txBody>
          <a:bodyPr wrap="square" lIns="0" tIns="0" rIns="0" bIns="0" rtlCol="0" anchor="ctr"/>
          <a:lstStyle/>
          <a:p>
            <a:pPr indent="0" marL="0">
              <a:buNone/>
            </a:pPr>
            <a:r>
              <a:rPr lang="en-US" sz="1500" dirty="0">
                <a:solidFill>
                  <a:srgbClr val="20242E"/>
                </a:solidFill>
                <a:latin typeface="Inter" pitchFamily="34" charset="0"/>
                <a:ea typeface="Inter" pitchFamily="34" charset="-122"/>
                <a:cs typeface="Inter" pitchFamily="34" charset="-120"/>
              </a:rPr>
              <a:t>Ya veo, ya.</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CFBF8"/>
        </a:solidFill>
      </p:bgPr>
    </p:bg>
    <p:spTree>
      <p:nvGrpSpPr>
        <p:cNvPr id="1" name=""/>
        <p:cNvGrpSpPr/>
        <p:nvPr/>
      </p:nvGrpSpPr>
      <p:grpSpPr>
        <a:xfrm>
          <a:off x="0" y="0"/>
          <a:ext cx="0" cy="0"/>
          <a:chOff x="0" y="0"/>
          <a:chExt cx="0" cy="0"/>
        </a:xfrm>
      </p:grpSpPr>
      <p:sp>
        <p:nvSpPr>
          <p:cNvPr id="2" name="Shape 0"/>
          <p:cNvSpPr/>
          <p:nvPr/>
        </p:nvSpPr>
        <p:spPr>
          <a:xfrm>
            <a:off x="0" y="0"/>
            <a:ext cx="12188952" cy="822960"/>
          </a:xfrm>
          <a:prstGeom prst="rect">
            <a:avLst/>
          </a:prstGeom>
          <a:solidFill>
            <a:srgbClr val="D64550"/>
          </a:solidFill>
          <a:ln/>
        </p:spPr>
      </p:sp>
      <p:sp>
        <p:nvSpPr>
          <p:cNvPr id="3" name="Text 1"/>
          <p:cNvSpPr/>
          <p:nvPr/>
        </p:nvSpPr>
        <p:spPr>
          <a:xfrm>
            <a:off x="502920" y="109728"/>
            <a:ext cx="9262872" cy="603504"/>
          </a:xfrm>
          <a:prstGeom prst="rect">
            <a:avLst/>
          </a:prstGeom>
          <a:noFill/>
          <a:ln/>
        </p:spPr>
        <p:txBody>
          <a:bodyPr wrap="square" lIns="0" tIns="0" rIns="0" bIns="0" rtlCol="0" anchor="ctr"/>
          <a:lstStyle/>
          <a:p>
            <a:pPr indent="0" marL="0">
              <a:buNone/>
            </a:pPr>
            <a:r>
              <a:rPr lang="en-US" sz="2600" b="1" dirty="0">
                <a:solidFill>
                  <a:srgbClr val="FFFFFF"/>
                </a:solidFill>
                <a:latin typeface="Bricolage Grotesque" pitchFamily="34" charset="0"/>
                <a:ea typeface="Bricolage Grotesque" pitchFamily="34" charset="-122"/>
                <a:cs typeface="Bricolage Grotesque" pitchFamily="34" charset="-120"/>
              </a:rPr>
              <a:t>Escena 2 · En la calle</a:t>
            </a:r>
            <a:endParaRPr lang="en-US" sz="2600" dirty="0"/>
          </a:p>
        </p:txBody>
      </p:sp>
      <p:sp>
        <p:nvSpPr>
          <p:cNvPr id="4" name="Text 2"/>
          <p:cNvSpPr/>
          <p:nvPr/>
        </p:nvSpPr>
        <p:spPr>
          <a:xfrm>
            <a:off x="8622792" y="182880"/>
            <a:ext cx="3063240" cy="457200"/>
          </a:xfrm>
          <a:prstGeom prst="rect">
            <a:avLst/>
          </a:prstGeom>
          <a:noFill/>
          <a:ln/>
        </p:spPr>
        <p:txBody>
          <a:bodyPr wrap="square" lIns="0" tIns="0" rIns="0" bIns="0" rtlCol="0" anchor="ctr"/>
          <a:lstStyle/>
          <a:p>
            <a:pPr algn="r" indent="0" marL="0">
              <a:buNone/>
            </a:pPr>
            <a:r>
              <a:rPr lang="en-US" sz="1200" dirty="0">
                <a:solidFill>
                  <a:srgbClr val="FFFFFF"/>
                </a:solidFill>
                <a:latin typeface="Inter" pitchFamily="34" charset="0"/>
                <a:ea typeface="Inter" pitchFamily="34" charset="-122"/>
                <a:cs typeface="Inter" pitchFamily="34" charset="-120"/>
              </a:rPr>
              <a:t>Aquí hace demasiado calor</a:t>
            </a:r>
            <a:endParaRPr lang="en-US" sz="1200" dirty="0"/>
          </a:p>
        </p:txBody>
      </p:sp>
      <p:sp>
        <p:nvSpPr>
          <p:cNvPr id="5" name="Text 3"/>
          <p:cNvSpPr/>
          <p:nvPr/>
        </p:nvSpPr>
        <p:spPr>
          <a:xfrm>
            <a:off x="640080" y="960120"/>
            <a:ext cx="10908792" cy="365760"/>
          </a:xfrm>
          <a:prstGeom prst="rect">
            <a:avLst/>
          </a:prstGeom>
          <a:noFill/>
          <a:ln/>
        </p:spPr>
        <p:txBody>
          <a:bodyPr wrap="square" lIns="0" tIns="0" rIns="0" bIns="0" rtlCol="0" anchor="ctr"/>
          <a:lstStyle/>
          <a:p>
            <a:pPr indent="0" marL="0">
              <a:buNone/>
            </a:pPr>
            <a:r>
              <a:rPr lang="en-US" sz="1350" dirty="0">
                <a:solidFill>
                  <a:srgbClr val="6A6E78"/>
                </a:solidFill>
                <a:latin typeface="Inter" pitchFamily="34" charset="0"/>
                <a:ea typeface="Inter" pitchFamily="34" charset="-122"/>
                <a:cs typeface="Inter" pitchFamily="34" charset="-120"/>
              </a:rPr>
              <a:t>Julio en de klant komen buiten. Het weer beslist mee.</a:t>
            </a:r>
            <a:endParaRPr lang="en-US" sz="1350" dirty="0"/>
          </a:p>
        </p:txBody>
      </p:sp>
      <p:sp>
        <p:nvSpPr>
          <p:cNvPr id="6" name="Text 4"/>
          <p:cNvSpPr/>
          <p:nvPr/>
        </p:nvSpPr>
        <p:spPr>
          <a:xfrm>
            <a:off x="685800" y="1417320"/>
            <a:ext cx="1645920" cy="502920"/>
          </a:xfrm>
          <a:prstGeom prst="rect">
            <a:avLst/>
          </a:prstGeom>
          <a:noFill/>
          <a:ln/>
        </p:spPr>
        <p:txBody>
          <a:bodyPr wrap="square" lIns="0" tIns="0" rIns="0" bIns="0" rtlCol="0" anchor="ctr"/>
          <a:lstStyle/>
          <a:p>
            <a:pPr indent="0" marL="0">
              <a:buNone/>
            </a:pPr>
            <a:r>
              <a:rPr lang="en-US" sz="1250" b="1" dirty="0">
                <a:solidFill>
                  <a:srgbClr val="A8323B"/>
                </a:solidFill>
                <a:latin typeface="Bricolage Grotesque" pitchFamily="34" charset="0"/>
                <a:ea typeface="Bricolage Grotesque" pitchFamily="34" charset="-122"/>
                <a:cs typeface="Bricolage Grotesque" pitchFamily="34" charset="-120"/>
              </a:rPr>
              <a:t>Clienta</a:t>
            </a:r>
            <a:endParaRPr lang="en-US" sz="1250" dirty="0"/>
          </a:p>
        </p:txBody>
      </p:sp>
      <p:sp>
        <p:nvSpPr>
          <p:cNvPr id="7" name="Text 5"/>
          <p:cNvSpPr/>
          <p:nvPr/>
        </p:nvSpPr>
        <p:spPr>
          <a:xfrm>
            <a:off x="2377440" y="1417320"/>
            <a:ext cx="9079992" cy="502920"/>
          </a:xfrm>
          <a:prstGeom prst="rect">
            <a:avLst/>
          </a:prstGeom>
          <a:noFill/>
          <a:ln/>
        </p:spPr>
        <p:txBody>
          <a:bodyPr wrap="square" lIns="0" tIns="0" rIns="0" bIns="0" rtlCol="0" anchor="ctr"/>
          <a:lstStyle/>
          <a:p>
            <a:pPr indent="0" marL="0">
              <a:buNone/>
            </a:pPr>
            <a:r>
              <a:rPr lang="en-US" sz="1500" dirty="0">
                <a:solidFill>
                  <a:srgbClr val="20242E"/>
                </a:solidFill>
                <a:latin typeface="Inter" pitchFamily="34" charset="0"/>
                <a:ea typeface="Inter" pitchFamily="34" charset="-122"/>
                <a:cs typeface="Inter" pitchFamily="34" charset="-120"/>
              </a:rPr>
              <a:t>¡Uh, hace mucho viento!</a:t>
            </a:r>
            <a:endParaRPr lang="en-US" sz="1500" dirty="0"/>
          </a:p>
        </p:txBody>
      </p:sp>
      <p:sp>
        <p:nvSpPr>
          <p:cNvPr id="8" name="Text 6"/>
          <p:cNvSpPr/>
          <p:nvPr/>
        </p:nvSpPr>
        <p:spPr>
          <a:xfrm>
            <a:off x="685800" y="1965960"/>
            <a:ext cx="1645920" cy="502920"/>
          </a:xfrm>
          <a:prstGeom prst="rect">
            <a:avLst/>
          </a:prstGeom>
          <a:noFill/>
          <a:ln/>
        </p:spPr>
        <p:txBody>
          <a:bodyPr wrap="square" lIns="0" tIns="0" rIns="0" bIns="0" rtlCol="0" anchor="ctr"/>
          <a:lstStyle/>
          <a:p>
            <a:pPr indent="0" marL="0">
              <a:buNone/>
            </a:pPr>
            <a:r>
              <a:rPr lang="en-US" sz="1250" b="1" dirty="0">
                <a:solidFill>
                  <a:srgbClr val="A8323B"/>
                </a:solidFill>
                <a:latin typeface="Bricolage Grotesque" pitchFamily="34" charset="0"/>
                <a:ea typeface="Bricolage Grotesque" pitchFamily="34" charset="-122"/>
                <a:cs typeface="Bricolage Grotesque" pitchFamily="34" charset="-120"/>
              </a:rPr>
              <a:t>Julio</a:t>
            </a:r>
            <a:endParaRPr lang="en-US" sz="1250" dirty="0"/>
          </a:p>
        </p:txBody>
      </p:sp>
      <p:sp>
        <p:nvSpPr>
          <p:cNvPr id="9" name="Text 7"/>
          <p:cNvSpPr/>
          <p:nvPr/>
        </p:nvSpPr>
        <p:spPr>
          <a:xfrm>
            <a:off x="2377440" y="1965960"/>
            <a:ext cx="9079992" cy="502920"/>
          </a:xfrm>
          <a:prstGeom prst="rect">
            <a:avLst/>
          </a:prstGeom>
          <a:noFill/>
          <a:ln/>
        </p:spPr>
        <p:txBody>
          <a:bodyPr wrap="square" lIns="0" tIns="0" rIns="0" bIns="0" rtlCol="0" anchor="ctr"/>
          <a:lstStyle/>
          <a:p>
            <a:pPr indent="0" marL="0">
              <a:buNone/>
            </a:pPr>
            <a:r>
              <a:rPr lang="en-US" sz="1500" dirty="0">
                <a:solidFill>
                  <a:srgbClr val="20242E"/>
                </a:solidFill>
                <a:latin typeface="Inter" pitchFamily="34" charset="0"/>
                <a:ea typeface="Inter" pitchFamily="34" charset="-122"/>
                <a:cs typeface="Inter" pitchFamily="34" charset="-120"/>
              </a:rPr>
              <a:t>Sí.</a:t>
            </a:r>
            <a:endParaRPr lang="en-US" sz="1500" dirty="0"/>
          </a:p>
        </p:txBody>
      </p:sp>
      <p:sp>
        <p:nvSpPr>
          <p:cNvPr id="10" name="Text 8"/>
          <p:cNvSpPr/>
          <p:nvPr/>
        </p:nvSpPr>
        <p:spPr>
          <a:xfrm>
            <a:off x="685800" y="2514600"/>
            <a:ext cx="1645920" cy="502920"/>
          </a:xfrm>
          <a:prstGeom prst="rect">
            <a:avLst/>
          </a:prstGeom>
          <a:noFill/>
          <a:ln/>
        </p:spPr>
        <p:txBody>
          <a:bodyPr wrap="square" lIns="0" tIns="0" rIns="0" bIns="0" rtlCol="0" anchor="ctr"/>
          <a:lstStyle/>
          <a:p>
            <a:pPr indent="0" marL="0">
              <a:buNone/>
            </a:pPr>
            <a:r>
              <a:rPr lang="en-US" sz="1250" b="1" dirty="0">
                <a:solidFill>
                  <a:srgbClr val="A8323B"/>
                </a:solidFill>
                <a:latin typeface="Bricolage Grotesque" pitchFamily="34" charset="0"/>
                <a:ea typeface="Bricolage Grotesque" pitchFamily="34" charset="-122"/>
                <a:cs typeface="Bricolage Grotesque" pitchFamily="34" charset="-120"/>
              </a:rPr>
              <a:t>Clienta</a:t>
            </a:r>
            <a:endParaRPr lang="en-US" sz="1250" dirty="0"/>
          </a:p>
        </p:txBody>
      </p:sp>
      <p:sp>
        <p:nvSpPr>
          <p:cNvPr id="11" name="Text 9"/>
          <p:cNvSpPr/>
          <p:nvPr/>
        </p:nvSpPr>
        <p:spPr>
          <a:xfrm>
            <a:off x="2377440" y="2514600"/>
            <a:ext cx="9079992" cy="502920"/>
          </a:xfrm>
          <a:prstGeom prst="rect">
            <a:avLst/>
          </a:prstGeom>
          <a:noFill/>
          <a:ln/>
        </p:spPr>
        <p:txBody>
          <a:bodyPr wrap="square" lIns="0" tIns="0" rIns="0" bIns="0" rtlCol="0" anchor="ctr"/>
          <a:lstStyle/>
          <a:p>
            <a:pPr indent="0" marL="0">
              <a:buNone/>
            </a:pPr>
            <a:r>
              <a:rPr lang="en-US" sz="1500" dirty="0">
                <a:solidFill>
                  <a:srgbClr val="20242E"/>
                </a:solidFill>
                <a:latin typeface="Inter" pitchFamily="34" charset="0"/>
                <a:ea typeface="Inter" pitchFamily="34" charset="-122"/>
                <a:cs typeface="Inter" pitchFamily="34" charset="-120"/>
              </a:rPr>
              <a:t>En invierno hace frío.</a:t>
            </a:r>
            <a:endParaRPr lang="en-US" sz="1500" dirty="0"/>
          </a:p>
        </p:txBody>
      </p:sp>
      <p:sp>
        <p:nvSpPr>
          <p:cNvPr id="12" name="Text 10"/>
          <p:cNvSpPr/>
          <p:nvPr/>
        </p:nvSpPr>
        <p:spPr>
          <a:xfrm>
            <a:off x="685800" y="3063240"/>
            <a:ext cx="1645920" cy="502920"/>
          </a:xfrm>
          <a:prstGeom prst="rect">
            <a:avLst/>
          </a:prstGeom>
          <a:noFill/>
          <a:ln/>
        </p:spPr>
        <p:txBody>
          <a:bodyPr wrap="square" lIns="0" tIns="0" rIns="0" bIns="0" rtlCol="0" anchor="ctr"/>
          <a:lstStyle/>
          <a:p>
            <a:pPr indent="0" marL="0">
              <a:buNone/>
            </a:pPr>
            <a:r>
              <a:rPr lang="en-US" sz="1250" b="1" dirty="0">
                <a:solidFill>
                  <a:srgbClr val="A8323B"/>
                </a:solidFill>
                <a:latin typeface="Bricolage Grotesque" pitchFamily="34" charset="0"/>
                <a:ea typeface="Bricolage Grotesque" pitchFamily="34" charset="-122"/>
                <a:cs typeface="Bricolage Grotesque" pitchFamily="34" charset="-120"/>
              </a:rPr>
              <a:t>Julio</a:t>
            </a:r>
            <a:endParaRPr lang="en-US" sz="1250" dirty="0"/>
          </a:p>
        </p:txBody>
      </p:sp>
      <p:sp>
        <p:nvSpPr>
          <p:cNvPr id="13" name="Text 11"/>
          <p:cNvSpPr/>
          <p:nvPr/>
        </p:nvSpPr>
        <p:spPr>
          <a:xfrm>
            <a:off x="2377440" y="3063240"/>
            <a:ext cx="9079992" cy="502920"/>
          </a:xfrm>
          <a:prstGeom prst="rect">
            <a:avLst/>
          </a:prstGeom>
          <a:noFill/>
          <a:ln/>
        </p:spPr>
        <p:txBody>
          <a:bodyPr wrap="square" lIns="0" tIns="0" rIns="0" bIns="0" rtlCol="0" anchor="ctr"/>
          <a:lstStyle/>
          <a:p>
            <a:pPr indent="0" marL="0">
              <a:buNone/>
            </a:pPr>
            <a:r>
              <a:rPr lang="en-US" sz="1500" dirty="0">
                <a:solidFill>
                  <a:srgbClr val="20242E"/>
                </a:solidFill>
                <a:latin typeface="Inter" pitchFamily="34" charset="0"/>
                <a:ea typeface="Inter" pitchFamily="34" charset="-122"/>
                <a:cs typeface="Inter" pitchFamily="34" charset="-120"/>
              </a:rPr>
              <a:t>Y viento.</a:t>
            </a:r>
            <a:endParaRPr lang="en-US" sz="1500" dirty="0"/>
          </a:p>
        </p:txBody>
      </p:sp>
      <p:sp>
        <p:nvSpPr>
          <p:cNvPr id="14" name="Text 12"/>
          <p:cNvSpPr/>
          <p:nvPr/>
        </p:nvSpPr>
        <p:spPr>
          <a:xfrm>
            <a:off x="685800" y="3611880"/>
            <a:ext cx="1645920" cy="502920"/>
          </a:xfrm>
          <a:prstGeom prst="rect">
            <a:avLst/>
          </a:prstGeom>
          <a:noFill/>
          <a:ln/>
        </p:spPr>
        <p:txBody>
          <a:bodyPr wrap="square" lIns="0" tIns="0" rIns="0" bIns="0" rtlCol="0" anchor="ctr"/>
          <a:lstStyle/>
          <a:p>
            <a:pPr indent="0" marL="0">
              <a:buNone/>
            </a:pPr>
            <a:r>
              <a:rPr lang="en-US" sz="1250" b="1" dirty="0">
                <a:solidFill>
                  <a:srgbClr val="A8323B"/>
                </a:solidFill>
                <a:latin typeface="Bricolage Grotesque" pitchFamily="34" charset="0"/>
                <a:ea typeface="Bricolage Grotesque" pitchFamily="34" charset="-122"/>
                <a:cs typeface="Bricolage Grotesque" pitchFamily="34" charset="-120"/>
              </a:rPr>
              <a:t>Clienta</a:t>
            </a:r>
            <a:endParaRPr lang="en-US" sz="1250" dirty="0"/>
          </a:p>
        </p:txBody>
      </p:sp>
      <p:sp>
        <p:nvSpPr>
          <p:cNvPr id="15" name="Text 13"/>
          <p:cNvSpPr/>
          <p:nvPr/>
        </p:nvSpPr>
        <p:spPr>
          <a:xfrm>
            <a:off x="2377440" y="3611880"/>
            <a:ext cx="9079992" cy="502920"/>
          </a:xfrm>
          <a:prstGeom prst="rect">
            <a:avLst/>
          </a:prstGeom>
          <a:noFill/>
          <a:ln/>
        </p:spPr>
        <p:txBody>
          <a:bodyPr wrap="square" lIns="0" tIns="0" rIns="0" bIns="0" rtlCol="0" anchor="ctr"/>
          <a:lstStyle/>
          <a:p>
            <a:pPr indent="0" marL="0">
              <a:buNone/>
            </a:pPr>
            <a:r>
              <a:rPr lang="en-US" sz="1500" dirty="0">
                <a:solidFill>
                  <a:srgbClr val="20242E"/>
                </a:solidFill>
                <a:latin typeface="Inter" pitchFamily="34" charset="0"/>
                <a:ea typeface="Inter" pitchFamily="34" charset="-122"/>
                <a:cs typeface="Inter" pitchFamily="34" charset="-120"/>
              </a:rPr>
              <a:t>Sí. En verano, en cambio, hace calor.</a:t>
            </a:r>
            <a:endParaRPr lang="en-US" sz="1500" dirty="0"/>
          </a:p>
        </p:txBody>
      </p:sp>
      <p:sp>
        <p:nvSpPr>
          <p:cNvPr id="16" name="Text 14"/>
          <p:cNvSpPr/>
          <p:nvPr/>
        </p:nvSpPr>
        <p:spPr>
          <a:xfrm>
            <a:off x="685800" y="4160520"/>
            <a:ext cx="1645920" cy="502920"/>
          </a:xfrm>
          <a:prstGeom prst="rect">
            <a:avLst/>
          </a:prstGeom>
          <a:noFill/>
          <a:ln/>
        </p:spPr>
        <p:txBody>
          <a:bodyPr wrap="square" lIns="0" tIns="0" rIns="0" bIns="0" rtlCol="0" anchor="ctr"/>
          <a:lstStyle/>
          <a:p>
            <a:pPr indent="0" marL="0">
              <a:buNone/>
            </a:pPr>
            <a:r>
              <a:rPr lang="en-US" sz="1250" b="1" dirty="0">
                <a:solidFill>
                  <a:srgbClr val="A8323B"/>
                </a:solidFill>
                <a:latin typeface="Bricolage Grotesque" pitchFamily="34" charset="0"/>
                <a:ea typeface="Bricolage Grotesque" pitchFamily="34" charset="-122"/>
                <a:cs typeface="Bricolage Grotesque" pitchFamily="34" charset="-120"/>
              </a:rPr>
              <a:t>Julio</a:t>
            </a:r>
            <a:endParaRPr lang="en-US" sz="1250" dirty="0"/>
          </a:p>
        </p:txBody>
      </p:sp>
      <p:sp>
        <p:nvSpPr>
          <p:cNvPr id="17" name="Text 15"/>
          <p:cNvSpPr/>
          <p:nvPr/>
        </p:nvSpPr>
        <p:spPr>
          <a:xfrm>
            <a:off x="2377440" y="4160520"/>
            <a:ext cx="9079992" cy="502920"/>
          </a:xfrm>
          <a:prstGeom prst="rect">
            <a:avLst/>
          </a:prstGeom>
          <a:noFill/>
          <a:ln/>
        </p:spPr>
        <p:txBody>
          <a:bodyPr wrap="square" lIns="0" tIns="0" rIns="0" bIns="0" rtlCol="0" anchor="ctr"/>
          <a:lstStyle/>
          <a:p>
            <a:pPr indent="0" marL="0">
              <a:buNone/>
            </a:pPr>
            <a:r>
              <a:rPr lang="en-US" sz="1500" dirty="0">
                <a:solidFill>
                  <a:srgbClr val="20242E"/>
                </a:solidFill>
                <a:latin typeface="Inter" pitchFamily="34" charset="0"/>
                <a:ea typeface="Inter" pitchFamily="34" charset="-122"/>
                <a:cs typeface="Inter" pitchFamily="34" charset="-120"/>
              </a:rPr>
              <a:t>A mí me gusta más el frío.</a:t>
            </a:r>
            <a:endParaRPr lang="en-US" sz="1500" dirty="0"/>
          </a:p>
        </p:txBody>
      </p:sp>
      <p:sp>
        <p:nvSpPr>
          <p:cNvPr id="18" name="Text 16"/>
          <p:cNvSpPr/>
          <p:nvPr/>
        </p:nvSpPr>
        <p:spPr>
          <a:xfrm>
            <a:off x="685800" y="4709160"/>
            <a:ext cx="1645920" cy="502920"/>
          </a:xfrm>
          <a:prstGeom prst="rect">
            <a:avLst/>
          </a:prstGeom>
          <a:noFill/>
          <a:ln/>
        </p:spPr>
        <p:txBody>
          <a:bodyPr wrap="square" lIns="0" tIns="0" rIns="0" bIns="0" rtlCol="0" anchor="ctr"/>
          <a:lstStyle/>
          <a:p>
            <a:pPr indent="0" marL="0">
              <a:buNone/>
            </a:pPr>
            <a:r>
              <a:rPr lang="en-US" sz="1250" b="1" dirty="0">
                <a:solidFill>
                  <a:srgbClr val="A8323B"/>
                </a:solidFill>
                <a:latin typeface="Bricolage Grotesque" pitchFamily="34" charset="0"/>
                <a:ea typeface="Bricolage Grotesque" pitchFamily="34" charset="-122"/>
                <a:cs typeface="Bricolage Grotesque" pitchFamily="34" charset="-120"/>
              </a:rPr>
              <a:t>Clienta</a:t>
            </a:r>
            <a:endParaRPr lang="en-US" sz="1250" dirty="0"/>
          </a:p>
        </p:txBody>
      </p:sp>
      <p:sp>
        <p:nvSpPr>
          <p:cNvPr id="19" name="Text 17"/>
          <p:cNvSpPr/>
          <p:nvPr/>
        </p:nvSpPr>
        <p:spPr>
          <a:xfrm>
            <a:off x="2377440" y="4709160"/>
            <a:ext cx="9079992" cy="502920"/>
          </a:xfrm>
          <a:prstGeom prst="rect">
            <a:avLst/>
          </a:prstGeom>
          <a:noFill/>
          <a:ln/>
        </p:spPr>
        <p:txBody>
          <a:bodyPr wrap="square" lIns="0" tIns="0" rIns="0" bIns="0" rtlCol="0" anchor="ctr"/>
          <a:lstStyle/>
          <a:p>
            <a:pPr indent="0" marL="0">
              <a:buNone/>
            </a:pPr>
            <a:r>
              <a:rPr lang="en-US" sz="1500" dirty="0">
                <a:solidFill>
                  <a:srgbClr val="20242E"/>
                </a:solidFill>
                <a:latin typeface="Inter" pitchFamily="34" charset="0"/>
                <a:ea typeface="Inter" pitchFamily="34" charset="-122"/>
                <a:cs typeface="Inter" pitchFamily="34" charset="-120"/>
              </a:rPr>
              <a:t>¿Sí?</a:t>
            </a:r>
            <a:endParaRPr lang="en-US" sz="1500" dirty="0"/>
          </a:p>
        </p:txBody>
      </p:sp>
      <p:sp>
        <p:nvSpPr>
          <p:cNvPr id="20" name="Text 18"/>
          <p:cNvSpPr/>
          <p:nvPr/>
        </p:nvSpPr>
        <p:spPr>
          <a:xfrm>
            <a:off x="685800" y="5257800"/>
            <a:ext cx="1645920" cy="502920"/>
          </a:xfrm>
          <a:prstGeom prst="rect">
            <a:avLst/>
          </a:prstGeom>
          <a:noFill/>
          <a:ln/>
        </p:spPr>
        <p:txBody>
          <a:bodyPr wrap="square" lIns="0" tIns="0" rIns="0" bIns="0" rtlCol="0" anchor="ctr"/>
          <a:lstStyle/>
          <a:p>
            <a:pPr indent="0" marL="0">
              <a:buNone/>
            </a:pPr>
            <a:r>
              <a:rPr lang="en-US" sz="1250" b="1" dirty="0">
                <a:solidFill>
                  <a:srgbClr val="A8323B"/>
                </a:solidFill>
                <a:latin typeface="Bricolage Grotesque" pitchFamily="34" charset="0"/>
                <a:ea typeface="Bricolage Grotesque" pitchFamily="34" charset="-122"/>
                <a:cs typeface="Bricolage Grotesque" pitchFamily="34" charset="-120"/>
              </a:rPr>
              <a:t>Julio</a:t>
            </a:r>
            <a:endParaRPr lang="en-US" sz="1250" dirty="0"/>
          </a:p>
        </p:txBody>
      </p:sp>
      <p:sp>
        <p:nvSpPr>
          <p:cNvPr id="21" name="Text 19"/>
          <p:cNvSpPr/>
          <p:nvPr/>
        </p:nvSpPr>
        <p:spPr>
          <a:xfrm>
            <a:off x="2377440" y="5257800"/>
            <a:ext cx="9079992" cy="502920"/>
          </a:xfrm>
          <a:prstGeom prst="rect">
            <a:avLst/>
          </a:prstGeom>
          <a:noFill/>
          <a:ln/>
        </p:spPr>
        <p:txBody>
          <a:bodyPr wrap="square" lIns="0" tIns="0" rIns="0" bIns="0" rtlCol="0" anchor="ctr"/>
          <a:lstStyle/>
          <a:p>
            <a:pPr indent="0" marL="0">
              <a:buNone/>
            </a:pPr>
            <a:r>
              <a:rPr lang="en-US" sz="1500" dirty="0">
                <a:solidFill>
                  <a:srgbClr val="20242E"/>
                </a:solidFill>
                <a:latin typeface="Inter" pitchFamily="34" charset="0"/>
                <a:ea typeface="Inter" pitchFamily="34" charset="-122"/>
                <a:cs typeface="Inter" pitchFamily="34" charset="-120"/>
              </a:rPr>
              <a:t>Sí.</a:t>
            </a:r>
            <a:endParaRPr lang="en-US" sz="1500" dirty="0"/>
          </a:p>
        </p:txBody>
      </p:sp>
      <p:sp>
        <p:nvSpPr>
          <p:cNvPr id="22" name="Text 20"/>
          <p:cNvSpPr/>
          <p:nvPr/>
        </p:nvSpPr>
        <p:spPr>
          <a:xfrm>
            <a:off x="685800" y="5806440"/>
            <a:ext cx="1645920" cy="502920"/>
          </a:xfrm>
          <a:prstGeom prst="rect">
            <a:avLst/>
          </a:prstGeom>
          <a:noFill/>
          <a:ln/>
        </p:spPr>
        <p:txBody>
          <a:bodyPr wrap="square" lIns="0" tIns="0" rIns="0" bIns="0" rtlCol="0" anchor="ctr"/>
          <a:lstStyle/>
          <a:p>
            <a:pPr indent="0" marL="0">
              <a:buNone/>
            </a:pPr>
            <a:r>
              <a:rPr lang="en-US" sz="1250" b="1" dirty="0">
                <a:solidFill>
                  <a:srgbClr val="A8323B"/>
                </a:solidFill>
                <a:latin typeface="Bricolage Grotesque" pitchFamily="34" charset="0"/>
                <a:ea typeface="Bricolage Grotesque" pitchFamily="34" charset="-122"/>
                <a:cs typeface="Bricolage Grotesque" pitchFamily="34" charset="-120"/>
              </a:rPr>
              <a:t>Clienta</a:t>
            </a:r>
            <a:endParaRPr lang="en-US" sz="1250" dirty="0"/>
          </a:p>
        </p:txBody>
      </p:sp>
      <p:sp>
        <p:nvSpPr>
          <p:cNvPr id="23" name="Text 21"/>
          <p:cNvSpPr/>
          <p:nvPr/>
        </p:nvSpPr>
        <p:spPr>
          <a:xfrm>
            <a:off x="2377440" y="5806440"/>
            <a:ext cx="9079992" cy="502920"/>
          </a:xfrm>
          <a:prstGeom prst="rect">
            <a:avLst/>
          </a:prstGeom>
          <a:noFill/>
          <a:ln/>
        </p:spPr>
        <p:txBody>
          <a:bodyPr wrap="square" lIns="0" tIns="0" rIns="0" bIns="0" rtlCol="0" anchor="ctr"/>
          <a:lstStyle/>
          <a:p>
            <a:pPr indent="0" marL="0">
              <a:buNone/>
            </a:pPr>
            <a:r>
              <a:rPr lang="en-US" sz="1500" dirty="0">
                <a:solidFill>
                  <a:srgbClr val="20242E"/>
                </a:solidFill>
                <a:latin typeface="Inter" pitchFamily="34" charset="0"/>
                <a:ea typeface="Inter" pitchFamily="34" charset="-122"/>
                <a:cs typeface="Inter" pitchFamily="34" charset="-120"/>
              </a:rPr>
              <a:t>En mi casa hace calor y tengo una botella de vino.</a:t>
            </a:r>
            <a:endParaRPr lang="en-US" sz="15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CFBF8"/>
        </a:solidFill>
      </p:bgPr>
    </p:bg>
    <p:spTree>
      <p:nvGrpSpPr>
        <p:cNvPr id="1" name=""/>
        <p:cNvGrpSpPr/>
        <p:nvPr/>
      </p:nvGrpSpPr>
      <p:grpSpPr>
        <a:xfrm>
          <a:off x="0" y="0"/>
          <a:ext cx="0" cy="0"/>
          <a:chOff x="0" y="0"/>
          <a:chExt cx="0" cy="0"/>
        </a:xfrm>
      </p:grpSpPr>
      <p:sp>
        <p:nvSpPr>
          <p:cNvPr id="2" name="Shape 0"/>
          <p:cNvSpPr/>
          <p:nvPr/>
        </p:nvSpPr>
        <p:spPr>
          <a:xfrm>
            <a:off x="0" y="0"/>
            <a:ext cx="12188952" cy="822960"/>
          </a:xfrm>
          <a:prstGeom prst="rect">
            <a:avLst/>
          </a:prstGeom>
          <a:solidFill>
            <a:srgbClr val="D64550"/>
          </a:solidFill>
          <a:ln/>
        </p:spPr>
      </p:sp>
      <p:sp>
        <p:nvSpPr>
          <p:cNvPr id="3" name="Text 1"/>
          <p:cNvSpPr/>
          <p:nvPr/>
        </p:nvSpPr>
        <p:spPr>
          <a:xfrm>
            <a:off x="502920" y="109728"/>
            <a:ext cx="9262872" cy="603504"/>
          </a:xfrm>
          <a:prstGeom prst="rect">
            <a:avLst/>
          </a:prstGeom>
          <a:noFill/>
          <a:ln/>
        </p:spPr>
        <p:txBody>
          <a:bodyPr wrap="square" lIns="0" tIns="0" rIns="0" bIns="0" rtlCol="0" anchor="ctr"/>
          <a:lstStyle/>
          <a:p>
            <a:pPr indent="0" marL="0">
              <a:buNone/>
            </a:pPr>
            <a:r>
              <a:rPr lang="en-US" sz="2600" b="1" dirty="0">
                <a:solidFill>
                  <a:srgbClr val="FFFFFF"/>
                </a:solidFill>
                <a:latin typeface="Bricolage Grotesque" pitchFamily="34" charset="0"/>
                <a:ea typeface="Bricolage Grotesque" pitchFamily="34" charset="-122"/>
                <a:cs typeface="Bricolage Grotesque" pitchFamily="34" charset="-120"/>
              </a:rPr>
              <a:t>¿Qué tiempo hace?</a:t>
            </a:r>
            <a:endParaRPr lang="en-US" sz="2600" dirty="0"/>
          </a:p>
        </p:txBody>
      </p:sp>
      <p:sp>
        <p:nvSpPr>
          <p:cNvPr id="4" name="Text 2"/>
          <p:cNvSpPr/>
          <p:nvPr/>
        </p:nvSpPr>
        <p:spPr>
          <a:xfrm>
            <a:off x="8622792" y="182880"/>
            <a:ext cx="3063240" cy="457200"/>
          </a:xfrm>
          <a:prstGeom prst="rect">
            <a:avLst/>
          </a:prstGeom>
          <a:noFill/>
          <a:ln/>
        </p:spPr>
        <p:txBody>
          <a:bodyPr wrap="square" lIns="0" tIns="0" rIns="0" bIns="0" rtlCol="0" anchor="ctr"/>
          <a:lstStyle/>
          <a:p>
            <a:pPr algn="r" indent="0" marL="0">
              <a:buNone/>
            </a:pPr>
            <a:r>
              <a:rPr lang="en-US" sz="1200" dirty="0">
                <a:solidFill>
                  <a:srgbClr val="FFFFFF"/>
                </a:solidFill>
                <a:latin typeface="Inter" pitchFamily="34" charset="0"/>
                <a:ea typeface="Inter" pitchFamily="34" charset="-122"/>
                <a:cs typeface="Inter" pitchFamily="34" charset="-120"/>
              </a:rPr>
              <a:t>het weer</a:t>
            </a:r>
            <a:endParaRPr lang="en-US" sz="1200" dirty="0"/>
          </a:p>
        </p:txBody>
      </p:sp>
      <p:sp>
        <p:nvSpPr>
          <p:cNvPr id="5" name="Shape 3"/>
          <p:cNvSpPr/>
          <p:nvPr/>
        </p:nvSpPr>
        <p:spPr>
          <a:xfrm>
            <a:off x="640080" y="1188720"/>
            <a:ext cx="5362956" cy="731520"/>
          </a:xfrm>
          <a:prstGeom prst="roundRect">
            <a:avLst>
              <a:gd name="adj" fmla="val 11250"/>
            </a:avLst>
          </a:prstGeom>
          <a:solidFill>
            <a:srgbClr val="F3EEE4"/>
          </a:solidFill>
          <a:ln w="12700">
            <a:solidFill>
              <a:srgbClr val="F3EEE4"/>
            </a:solidFill>
            <a:prstDash val="solid"/>
          </a:ln>
        </p:spPr>
      </p:sp>
      <p:sp>
        <p:nvSpPr>
          <p:cNvPr id="6" name="Text 4"/>
          <p:cNvSpPr/>
          <p:nvPr/>
        </p:nvSpPr>
        <p:spPr>
          <a:xfrm>
            <a:off x="868680" y="1261872"/>
            <a:ext cx="4905756" cy="329184"/>
          </a:xfrm>
          <a:prstGeom prst="rect">
            <a:avLst/>
          </a:prstGeom>
          <a:noFill/>
          <a:ln/>
        </p:spPr>
        <p:txBody>
          <a:bodyPr wrap="square" lIns="0" tIns="0" rIns="0" bIns="0" rtlCol="0" anchor="ctr"/>
          <a:lstStyle/>
          <a:p>
            <a:pPr indent="0" marL="0">
              <a:buNone/>
            </a:pPr>
            <a:r>
              <a:rPr lang="en-US" sz="1550" b="1" dirty="0">
                <a:solidFill>
                  <a:srgbClr val="20242E"/>
                </a:solidFill>
                <a:latin typeface="Bricolage Grotesque" pitchFamily="34" charset="0"/>
                <a:ea typeface="Bricolage Grotesque" pitchFamily="34" charset="-122"/>
                <a:cs typeface="Bricolage Grotesque" pitchFamily="34" charset="-120"/>
              </a:rPr>
              <a:t>hace buen tiempo</a:t>
            </a:r>
            <a:endParaRPr lang="en-US" sz="1550" dirty="0"/>
          </a:p>
        </p:txBody>
      </p:sp>
      <p:sp>
        <p:nvSpPr>
          <p:cNvPr id="7" name="Text 5"/>
          <p:cNvSpPr/>
          <p:nvPr/>
        </p:nvSpPr>
        <p:spPr>
          <a:xfrm>
            <a:off x="868680" y="1591056"/>
            <a:ext cx="4905756" cy="292608"/>
          </a:xfrm>
          <a:prstGeom prst="rect">
            <a:avLst/>
          </a:prstGeom>
          <a:noFill/>
          <a:ln/>
        </p:spPr>
        <p:txBody>
          <a:bodyPr wrap="square" lIns="0" tIns="0" rIns="0" bIns="0" rtlCol="0" anchor="ctr"/>
          <a:lstStyle/>
          <a:p>
            <a:pPr indent="0" marL="0">
              <a:buNone/>
            </a:pPr>
            <a:r>
              <a:rPr lang="en-US" sz="1250" dirty="0">
                <a:solidFill>
                  <a:srgbClr val="6A6E78"/>
                </a:solidFill>
                <a:latin typeface="Inter" pitchFamily="34" charset="0"/>
                <a:ea typeface="Inter" pitchFamily="34" charset="-122"/>
                <a:cs typeface="Inter" pitchFamily="34" charset="-120"/>
              </a:rPr>
              <a:t>het is mooi weer</a:t>
            </a:r>
            <a:endParaRPr lang="en-US" sz="1250" dirty="0"/>
          </a:p>
        </p:txBody>
      </p:sp>
      <p:sp>
        <p:nvSpPr>
          <p:cNvPr id="8" name="Shape 6"/>
          <p:cNvSpPr/>
          <p:nvPr/>
        </p:nvSpPr>
        <p:spPr>
          <a:xfrm>
            <a:off x="6185916" y="1188720"/>
            <a:ext cx="5362956" cy="731520"/>
          </a:xfrm>
          <a:prstGeom prst="roundRect">
            <a:avLst>
              <a:gd name="adj" fmla="val 11250"/>
            </a:avLst>
          </a:prstGeom>
          <a:solidFill>
            <a:srgbClr val="F3EEE4"/>
          </a:solidFill>
          <a:ln w="12700">
            <a:solidFill>
              <a:srgbClr val="F3EEE4"/>
            </a:solidFill>
            <a:prstDash val="solid"/>
          </a:ln>
        </p:spPr>
      </p:sp>
      <p:sp>
        <p:nvSpPr>
          <p:cNvPr id="9" name="Text 7"/>
          <p:cNvSpPr/>
          <p:nvPr/>
        </p:nvSpPr>
        <p:spPr>
          <a:xfrm>
            <a:off x="6414516" y="1261872"/>
            <a:ext cx="4905756" cy="329184"/>
          </a:xfrm>
          <a:prstGeom prst="rect">
            <a:avLst/>
          </a:prstGeom>
          <a:noFill/>
          <a:ln/>
        </p:spPr>
        <p:txBody>
          <a:bodyPr wrap="square" lIns="0" tIns="0" rIns="0" bIns="0" rtlCol="0" anchor="ctr"/>
          <a:lstStyle/>
          <a:p>
            <a:pPr indent="0" marL="0">
              <a:buNone/>
            </a:pPr>
            <a:r>
              <a:rPr lang="en-US" sz="1550" b="1" dirty="0">
                <a:solidFill>
                  <a:srgbClr val="20242E"/>
                </a:solidFill>
                <a:latin typeface="Bricolage Grotesque" pitchFamily="34" charset="0"/>
                <a:ea typeface="Bricolage Grotesque" pitchFamily="34" charset="-122"/>
                <a:cs typeface="Bricolage Grotesque" pitchFamily="34" charset="-120"/>
              </a:rPr>
              <a:t>hace calor</a:t>
            </a:r>
            <a:endParaRPr lang="en-US" sz="1550" dirty="0"/>
          </a:p>
        </p:txBody>
      </p:sp>
      <p:sp>
        <p:nvSpPr>
          <p:cNvPr id="10" name="Text 8"/>
          <p:cNvSpPr/>
          <p:nvPr/>
        </p:nvSpPr>
        <p:spPr>
          <a:xfrm>
            <a:off x="6414516" y="1591056"/>
            <a:ext cx="4905756" cy="292608"/>
          </a:xfrm>
          <a:prstGeom prst="rect">
            <a:avLst/>
          </a:prstGeom>
          <a:noFill/>
          <a:ln/>
        </p:spPr>
        <p:txBody>
          <a:bodyPr wrap="square" lIns="0" tIns="0" rIns="0" bIns="0" rtlCol="0" anchor="ctr"/>
          <a:lstStyle/>
          <a:p>
            <a:pPr indent="0" marL="0">
              <a:buNone/>
            </a:pPr>
            <a:r>
              <a:rPr lang="en-US" sz="1250" dirty="0">
                <a:solidFill>
                  <a:srgbClr val="6A6E78"/>
                </a:solidFill>
                <a:latin typeface="Inter" pitchFamily="34" charset="0"/>
                <a:ea typeface="Inter" pitchFamily="34" charset="-122"/>
                <a:cs typeface="Inter" pitchFamily="34" charset="-120"/>
              </a:rPr>
              <a:t>het is warm</a:t>
            </a:r>
            <a:endParaRPr lang="en-US" sz="1250" dirty="0"/>
          </a:p>
        </p:txBody>
      </p:sp>
      <p:sp>
        <p:nvSpPr>
          <p:cNvPr id="11" name="Shape 9"/>
          <p:cNvSpPr/>
          <p:nvPr/>
        </p:nvSpPr>
        <p:spPr>
          <a:xfrm>
            <a:off x="640080" y="2057400"/>
            <a:ext cx="5362956" cy="731520"/>
          </a:xfrm>
          <a:prstGeom prst="roundRect">
            <a:avLst>
              <a:gd name="adj" fmla="val 11250"/>
            </a:avLst>
          </a:prstGeom>
          <a:solidFill>
            <a:srgbClr val="F3EEE4"/>
          </a:solidFill>
          <a:ln w="12700">
            <a:solidFill>
              <a:srgbClr val="F3EEE4"/>
            </a:solidFill>
            <a:prstDash val="solid"/>
          </a:ln>
        </p:spPr>
      </p:sp>
      <p:sp>
        <p:nvSpPr>
          <p:cNvPr id="12" name="Text 10"/>
          <p:cNvSpPr/>
          <p:nvPr/>
        </p:nvSpPr>
        <p:spPr>
          <a:xfrm>
            <a:off x="868680" y="2130552"/>
            <a:ext cx="4905756" cy="329184"/>
          </a:xfrm>
          <a:prstGeom prst="rect">
            <a:avLst/>
          </a:prstGeom>
          <a:noFill/>
          <a:ln/>
        </p:spPr>
        <p:txBody>
          <a:bodyPr wrap="square" lIns="0" tIns="0" rIns="0" bIns="0" rtlCol="0" anchor="ctr"/>
          <a:lstStyle/>
          <a:p>
            <a:pPr indent="0" marL="0">
              <a:buNone/>
            </a:pPr>
            <a:r>
              <a:rPr lang="en-US" sz="1550" b="1" dirty="0">
                <a:solidFill>
                  <a:srgbClr val="20242E"/>
                </a:solidFill>
                <a:latin typeface="Bricolage Grotesque" pitchFamily="34" charset="0"/>
                <a:ea typeface="Bricolage Grotesque" pitchFamily="34" charset="-122"/>
                <a:cs typeface="Bricolage Grotesque" pitchFamily="34" charset="-120"/>
              </a:rPr>
              <a:t>hace frío</a:t>
            </a:r>
            <a:endParaRPr lang="en-US" sz="1550" dirty="0"/>
          </a:p>
        </p:txBody>
      </p:sp>
      <p:sp>
        <p:nvSpPr>
          <p:cNvPr id="13" name="Text 11"/>
          <p:cNvSpPr/>
          <p:nvPr/>
        </p:nvSpPr>
        <p:spPr>
          <a:xfrm>
            <a:off x="868680" y="2459736"/>
            <a:ext cx="4905756" cy="292608"/>
          </a:xfrm>
          <a:prstGeom prst="rect">
            <a:avLst/>
          </a:prstGeom>
          <a:noFill/>
          <a:ln/>
        </p:spPr>
        <p:txBody>
          <a:bodyPr wrap="square" lIns="0" tIns="0" rIns="0" bIns="0" rtlCol="0" anchor="ctr"/>
          <a:lstStyle/>
          <a:p>
            <a:pPr indent="0" marL="0">
              <a:buNone/>
            </a:pPr>
            <a:r>
              <a:rPr lang="en-US" sz="1250" dirty="0">
                <a:solidFill>
                  <a:srgbClr val="6A6E78"/>
                </a:solidFill>
                <a:latin typeface="Inter" pitchFamily="34" charset="0"/>
                <a:ea typeface="Inter" pitchFamily="34" charset="-122"/>
                <a:cs typeface="Inter" pitchFamily="34" charset="-120"/>
              </a:rPr>
              <a:t>het is koud</a:t>
            </a:r>
            <a:endParaRPr lang="en-US" sz="1250" dirty="0"/>
          </a:p>
        </p:txBody>
      </p:sp>
      <p:sp>
        <p:nvSpPr>
          <p:cNvPr id="14" name="Shape 12"/>
          <p:cNvSpPr/>
          <p:nvPr/>
        </p:nvSpPr>
        <p:spPr>
          <a:xfrm>
            <a:off x="6185916" y="2057400"/>
            <a:ext cx="5362956" cy="731520"/>
          </a:xfrm>
          <a:prstGeom prst="roundRect">
            <a:avLst>
              <a:gd name="adj" fmla="val 11250"/>
            </a:avLst>
          </a:prstGeom>
          <a:solidFill>
            <a:srgbClr val="F3EEE4"/>
          </a:solidFill>
          <a:ln w="12700">
            <a:solidFill>
              <a:srgbClr val="F3EEE4"/>
            </a:solidFill>
            <a:prstDash val="solid"/>
          </a:ln>
        </p:spPr>
      </p:sp>
      <p:sp>
        <p:nvSpPr>
          <p:cNvPr id="15" name="Text 13"/>
          <p:cNvSpPr/>
          <p:nvPr/>
        </p:nvSpPr>
        <p:spPr>
          <a:xfrm>
            <a:off x="6414516" y="2130552"/>
            <a:ext cx="4905756" cy="329184"/>
          </a:xfrm>
          <a:prstGeom prst="rect">
            <a:avLst/>
          </a:prstGeom>
          <a:noFill/>
          <a:ln/>
        </p:spPr>
        <p:txBody>
          <a:bodyPr wrap="square" lIns="0" tIns="0" rIns="0" bIns="0" rtlCol="0" anchor="ctr"/>
          <a:lstStyle/>
          <a:p>
            <a:pPr indent="0" marL="0">
              <a:buNone/>
            </a:pPr>
            <a:r>
              <a:rPr lang="en-US" sz="1550" b="1" dirty="0">
                <a:solidFill>
                  <a:srgbClr val="20242E"/>
                </a:solidFill>
                <a:latin typeface="Bricolage Grotesque" pitchFamily="34" charset="0"/>
                <a:ea typeface="Bricolage Grotesque" pitchFamily="34" charset="-122"/>
                <a:cs typeface="Bricolage Grotesque" pitchFamily="34" charset="-120"/>
              </a:rPr>
              <a:t>hace viento</a:t>
            </a:r>
            <a:endParaRPr lang="en-US" sz="1550" dirty="0"/>
          </a:p>
        </p:txBody>
      </p:sp>
      <p:sp>
        <p:nvSpPr>
          <p:cNvPr id="16" name="Text 14"/>
          <p:cNvSpPr/>
          <p:nvPr/>
        </p:nvSpPr>
        <p:spPr>
          <a:xfrm>
            <a:off x="6414516" y="2459736"/>
            <a:ext cx="4905756" cy="292608"/>
          </a:xfrm>
          <a:prstGeom prst="rect">
            <a:avLst/>
          </a:prstGeom>
          <a:noFill/>
          <a:ln/>
        </p:spPr>
        <p:txBody>
          <a:bodyPr wrap="square" lIns="0" tIns="0" rIns="0" bIns="0" rtlCol="0" anchor="ctr"/>
          <a:lstStyle/>
          <a:p>
            <a:pPr indent="0" marL="0">
              <a:buNone/>
            </a:pPr>
            <a:r>
              <a:rPr lang="en-US" sz="1250" dirty="0">
                <a:solidFill>
                  <a:srgbClr val="6A6E78"/>
                </a:solidFill>
                <a:latin typeface="Inter" pitchFamily="34" charset="0"/>
                <a:ea typeface="Inter" pitchFamily="34" charset="-122"/>
                <a:cs typeface="Inter" pitchFamily="34" charset="-120"/>
              </a:rPr>
              <a:t>het waait</a:t>
            </a:r>
            <a:endParaRPr lang="en-US" sz="1250" dirty="0"/>
          </a:p>
        </p:txBody>
      </p:sp>
      <p:sp>
        <p:nvSpPr>
          <p:cNvPr id="17" name="Shape 15"/>
          <p:cNvSpPr/>
          <p:nvPr/>
        </p:nvSpPr>
        <p:spPr>
          <a:xfrm>
            <a:off x="640080" y="2926080"/>
            <a:ext cx="5362956" cy="731520"/>
          </a:xfrm>
          <a:prstGeom prst="roundRect">
            <a:avLst>
              <a:gd name="adj" fmla="val 11250"/>
            </a:avLst>
          </a:prstGeom>
          <a:solidFill>
            <a:srgbClr val="F3EEE4"/>
          </a:solidFill>
          <a:ln w="12700">
            <a:solidFill>
              <a:srgbClr val="F3EEE4"/>
            </a:solidFill>
            <a:prstDash val="solid"/>
          </a:ln>
        </p:spPr>
      </p:sp>
      <p:sp>
        <p:nvSpPr>
          <p:cNvPr id="18" name="Text 16"/>
          <p:cNvSpPr/>
          <p:nvPr/>
        </p:nvSpPr>
        <p:spPr>
          <a:xfrm>
            <a:off x="868680" y="2999232"/>
            <a:ext cx="4905756" cy="329184"/>
          </a:xfrm>
          <a:prstGeom prst="rect">
            <a:avLst/>
          </a:prstGeom>
          <a:noFill/>
          <a:ln/>
        </p:spPr>
        <p:txBody>
          <a:bodyPr wrap="square" lIns="0" tIns="0" rIns="0" bIns="0" rtlCol="0" anchor="ctr"/>
          <a:lstStyle/>
          <a:p>
            <a:pPr indent="0" marL="0">
              <a:buNone/>
            </a:pPr>
            <a:r>
              <a:rPr lang="en-US" sz="1550" b="1" dirty="0">
                <a:solidFill>
                  <a:srgbClr val="20242E"/>
                </a:solidFill>
                <a:latin typeface="Bricolage Grotesque" pitchFamily="34" charset="0"/>
                <a:ea typeface="Bricolage Grotesque" pitchFamily="34" charset="-122"/>
                <a:cs typeface="Bricolage Grotesque" pitchFamily="34" charset="-120"/>
              </a:rPr>
              <a:t>hace sol</a:t>
            </a:r>
            <a:endParaRPr lang="en-US" sz="1550" dirty="0"/>
          </a:p>
        </p:txBody>
      </p:sp>
      <p:sp>
        <p:nvSpPr>
          <p:cNvPr id="19" name="Text 17"/>
          <p:cNvSpPr/>
          <p:nvPr/>
        </p:nvSpPr>
        <p:spPr>
          <a:xfrm>
            <a:off x="868680" y="3328416"/>
            <a:ext cx="4905756" cy="292608"/>
          </a:xfrm>
          <a:prstGeom prst="rect">
            <a:avLst/>
          </a:prstGeom>
          <a:noFill/>
          <a:ln/>
        </p:spPr>
        <p:txBody>
          <a:bodyPr wrap="square" lIns="0" tIns="0" rIns="0" bIns="0" rtlCol="0" anchor="ctr"/>
          <a:lstStyle/>
          <a:p>
            <a:pPr indent="0" marL="0">
              <a:buNone/>
            </a:pPr>
            <a:r>
              <a:rPr lang="en-US" sz="1250" dirty="0">
                <a:solidFill>
                  <a:srgbClr val="6A6E78"/>
                </a:solidFill>
                <a:latin typeface="Inter" pitchFamily="34" charset="0"/>
                <a:ea typeface="Inter" pitchFamily="34" charset="-122"/>
                <a:cs typeface="Inter" pitchFamily="34" charset="-120"/>
              </a:rPr>
              <a:t>het is zonnig</a:t>
            </a:r>
            <a:endParaRPr lang="en-US" sz="1250" dirty="0"/>
          </a:p>
        </p:txBody>
      </p:sp>
      <p:sp>
        <p:nvSpPr>
          <p:cNvPr id="20" name="Shape 18"/>
          <p:cNvSpPr/>
          <p:nvPr/>
        </p:nvSpPr>
        <p:spPr>
          <a:xfrm>
            <a:off x="6185916" y="2926080"/>
            <a:ext cx="5362956" cy="731520"/>
          </a:xfrm>
          <a:prstGeom prst="roundRect">
            <a:avLst>
              <a:gd name="adj" fmla="val 11250"/>
            </a:avLst>
          </a:prstGeom>
          <a:solidFill>
            <a:srgbClr val="F3EEE4"/>
          </a:solidFill>
          <a:ln w="12700">
            <a:solidFill>
              <a:srgbClr val="F3EEE4"/>
            </a:solidFill>
            <a:prstDash val="solid"/>
          </a:ln>
        </p:spPr>
      </p:sp>
      <p:sp>
        <p:nvSpPr>
          <p:cNvPr id="21" name="Text 19"/>
          <p:cNvSpPr/>
          <p:nvPr/>
        </p:nvSpPr>
        <p:spPr>
          <a:xfrm>
            <a:off x="6414516" y="2999232"/>
            <a:ext cx="4905756" cy="329184"/>
          </a:xfrm>
          <a:prstGeom prst="rect">
            <a:avLst/>
          </a:prstGeom>
          <a:noFill/>
          <a:ln/>
        </p:spPr>
        <p:txBody>
          <a:bodyPr wrap="square" lIns="0" tIns="0" rIns="0" bIns="0" rtlCol="0" anchor="ctr"/>
          <a:lstStyle/>
          <a:p>
            <a:pPr indent="0" marL="0">
              <a:buNone/>
            </a:pPr>
            <a:r>
              <a:rPr lang="en-US" sz="1550" b="1" dirty="0">
                <a:solidFill>
                  <a:srgbClr val="20242E"/>
                </a:solidFill>
                <a:latin typeface="Bricolage Grotesque" pitchFamily="34" charset="0"/>
                <a:ea typeface="Bricolage Grotesque" pitchFamily="34" charset="-122"/>
                <a:cs typeface="Bricolage Grotesque" pitchFamily="34" charset="-120"/>
              </a:rPr>
              <a:t>llueve</a:t>
            </a:r>
            <a:endParaRPr lang="en-US" sz="1550" dirty="0"/>
          </a:p>
        </p:txBody>
      </p:sp>
      <p:sp>
        <p:nvSpPr>
          <p:cNvPr id="22" name="Text 20"/>
          <p:cNvSpPr/>
          <p:nvPr/>
        </p:nvSpPr>
        <p:spPr>
          <a:xfrm>
            <a:off x="6414516" y="3328416"/>
            <a:ext cx="4905756" cy="292608"/>
          </a:xfrm>
          <a:prstGeom prst="rect">
            <a:avLst/>
          </a:prstGeom>
          <a:noFill/>
          <a:ln/>
        </p:spPr>
        <p:txBody>
          <a:bodyPr wrap="square" lIns="0" tIns="0" rIns="0" bIns="0" rtlCol="0" anchor="ctr"/>
          <a:lstStyle/>
          <a:p>
            <a:pPr indent="0" marL="0">
              <a:buNone/>
            </a:pPr>
            <a:r>
              <a:rPr lang="en-US" sz="1250" dirty="0">
                <a:solidFill>
                  <a:srgbClr val="6A6E78"/>
                </a:solidFill>
                <a:latin typeface="Inter" pitchFamily="34" charset="0"/>
                <a:ea typeface="Inter" pitchFamily="34" charset="-122"/>
                <a:cs typeface="Inter" pitchFamily="34" charset="-120"/>
              </a:rPr>
              <a:t>het regent</a:t>
            </a:r>
            <a:endParaRPr lang="en-US" sz="1250" dirty="0"/>
          </a:p>
        </p:txBody>
      </p:sp>
      <p:sp>
        <p:nvSpPr>
          <p:cNvPr id="23" name="Shape 21"/>
          <p:cNvSpPr/>
          <p:nvPr/>
        </p:nvSpPr>
        <p:spPr>
          <a:xfrm>
            <a:off x="640080" y="3794760"/>
            <a:ext cx="5362956" cy="731520"/>
          </a:xfrm>
          <a:prstGeom prst="roundRect">
            <a:avLst>
              <a:gd name="adj" fmla="val 11250"/>
            </a:avLst>
          </a:prstGeom>
          <a:solidFill>
            <a:srgbClr val="F3EEE4"/>
          </a:solidFill>
          <a:ln w="12700">
            <a:solidFill>
              <a:srgbClr val="F3EEE4"/>
            </a:solidFill>
            <a:prstDash val="solid"/>
          </a:ln>
        </p:spPr>
      </p:sp>
      <p:sp>
        <p:nvSpPr>
          <p:cNvPr id="24" name="Text 22"/>
          <p:cNvSpPr/>
          <p:nvPr/>
        </p:nvSpPr>
        <p:spPr>
          <a:xfrm>
            <a:off x="868680" y="3867912"/>
            <a:ext cx="4905756" cy="329184"/>
          </a:xfrm>
          <a:prstGeom prst="rect">
            <a:avLst/>
          </a:prstGeom>
          <a:noFill/>
          <a:ln/>
        </p:spPr>
        <p:txBody>
          <a:bodyPr wrap="square" lIns="0" tIns="0" rIns="0" bIns="0" rtlCol="0" anchor="ctr"/>
          <a:lstStyle/>
          <a:p>
            <a:pPr indent="0" marL="0">
              <a:buNone/>
            </a:pPr>
            <a:r>
              <a:rPr lang="en-US" sz="1550" b="1" dirty="0">
                <a:solidFill>
                  <a:srgbClr val="20242E"/>
                </a:solidFill>
                <a:latin typeface="Bricolage Grotesque" pitchFamily="34" charset="0"/>
                <a:ea typeface="Bricolage Grotesque" pitchFamily="34" charset="-122"/>
                <a:cs typeface="Bricolage Grotesque" pitchFamily="34" charset="-120"/>
              </a:rPr>
              <a:t>nieva</a:t>
            </a:r>
            <a:endParaRPr lang="en-US" sz="1550" dirty="0"/>
          </a:p>
        </p:txBody>
      </p:sp>
      <p:sp>
        <p:nvSpPr>
          <p:cNvPr id="25" name="Text 23"/>
          <p:cNvSpPr/>
          <p:nvPr/>
        </p:nvSpPr>
        <p:spPr>
          <a:xfrm>
            <a:off x="868680" y="4197096"/>
            <a:ext cx="4905756" cy="292608"/>
          </a:xfrm>
          <a:prstGeom prst="rect">
            <a:avLst/>
          </a:prstGeom>
          <a:noFill/>
          <a:ln/>
        </p:spPr>
        <p:txBody>
          <a:bodyPr wrap="square" lIns="0" tIns="0" rIns="0" bIns="0" rtlCol="0" anchor="ctr"/>
          <a:lstStyle/>
          <a:p>
            <a:pPr indent="0" marL="0">
              <a:buNone/>
            </a:pPr>
            <a:r>
              <a:rPr lang="en-US" sz="1250" dirty="0">
                <a:solidFill>
                  <a:srgbClr val="6A6E78"/>
                </a:solidFill>
                <a:latin typeface="Inter" pitchFamily="34" charset="0"/>
                <a:ea typeface="Inter" pitchFamily="34" charset="-122"/>
                <a:cs typeface="Inter" pitchFamily="34" charset="-120"/>
              </a:rPr>
              <a:t>het sneeuwt</a:t>
            </a:r>
            <a:endParaRPr lang="en-US" sz="1250" dirty="0"/>
          </a:p>
        </p:txBody>
      </p:sp>
      <p:sp>
        <p:nvSpPr>
          <p:cNvPr id="26" name="Shape 24"/>
          <p:cNvSpPr/>
          <p:nvPr/>
        </p:nvSpPr>
        <p:spPr>
          <a:xfrm>
            <a:off x="6185916" y="3794760"/>
            <a:ext cx="5362956" cy="731520"/>
          </a:xfrm>
          <a:prstGeom prst="roundRect">
            <a:avLst>
              <a:gd name="adj" fmla="val 11250"/>
            </a:avLst>
          </a:prstGeom>
          <a:solidFill>
            <a:srgbClr val="F3EEE4"/>
          </a:solidFill>
          <a:ln w="12700">
            <a:solidFill>
              <a:srgbClr val="F3EEE4"/>
            </a:solidFill>
            <a:prstDash val="solid"/>
          </a:ln>
        </p:spPr>
      </p:sp>
      <p:sp>
        <p:nvSpPr>
          <p:cNvPr id="27" name="Text 25"/>
          <p:cNvSpPr/>
          <p:nvPr/>
        </p:nvSpPr>
        <p:spPr>
          <a:xfrm>
            <a:off x="6414516" y="3867912"/>
            <a:ext cx="4905756" cy="329184"/>
          </a:xfrm>
          <a:prstGeom prst="rect">
            <a:avLst/>
          </a:prstGeom>
          <a:noFill/>
          <a:ln/>
        </p:spPr>
        <p:txBody>
          <a:bodyPr wrap="square" lIns="0" tIns="0" rIns="0" bIns="0" rtlCol="0" anchor="ctr"/>
          <a:lstStyle/>
          <a:p>
            <a:pPr indent="0" marL="0">
              <a:buNone/>
            </a:pPr>
            <a:r>
              <a:rPr lang="en-US" sz="1550" b="1" dirty="0">
                <a:solidFill>
                  <a:srgbClr val="20242E"/>
                </a:solidFill>
                <a:latin typeface="Bricolage Grotesque" pitchFamily="34" charset="0"/>
                <a:ea typeface="Bricolage Grotesque" pitchFamily="34" charset="-122"/>
                <a:cs typeface="Bricolage Grotesque" pitchFamily="34" charset="-120"/>
              </a:rPr>
              <a:t>hay niebla</a:t>
            </a:r>
            <a:endParaRPr lang="en-US" sz="1550" dirty="0"/>
          </a:p>
        </p:txBody>
      </p:sp>
      <p:sp>
        <p:nvSpPr>
          <p:cNvPr id="28" name="Text 26"/>
          <p:cNvSpPr/>
          <p:nvPr/>
        </p:nvSpPr>
        <p:spPr>
          <a:xfrm>
            <a:off x="6414516" y="4197096"/>
            <a:ext cx="4905756" cy="292608"/>
          </a:xfrm>
          <a:prstGeom prst="rect">
            <a:avLst/>
          </a:prstGeom>
          <a:noFill/>
          <a:ln/>
        </p:spPr>
        <p:txBody>
          <a:bodyPr wrap="square" lIns="0" tIns="0" rIns="0" bIns="0" rtlCol="0" anchor="ctr"/>
          <a:lstStyle/>
          <a:p>
            <a:pPr indent="0" marL="0">
              <a:buNone/>
            </a:pPr>
            <a:r>
              <a:rPr lang="en-US" sz="1250" dirty="0">
                <a:solidFill>
                  <a:srgbClr val="6A6E78"/>
                </a:solidFill>
                <a:latin typeface="Inter" pitchFamily="34" charset="0"/>
                <a:ea typeface="Inter" pitchFamily="34" charset="-122"/>
                <a:cs typeface="Inter" pitchFamily="34" charset="-120"/>
              </a:rPr>
              <a:t>het is mistig</a:t>
            </a:r>
            <a:endParaRPr lang="en-US" sz="12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CFBF8"/>
        </a:solidFill>
      </p:bgPr>
    </p:bg>
    <p:spTree>
      <p:nvGrpSpPr>
        <p:cNvPr id="1" name=""/>
        <p:cNvGrpSpPr/>
        <p:nvPr/>
      </p:nvGrpSpPr>
      <p:grpSpPr>
        <a:xfrm>
          <a:off x="0" y="0"/>
          <a:ext cx="0" cy="0"/>
          <a:chOff x="0" y="0"/>
          <a:chExt cx="0" cy="0"/>
        </a:xfrm>
      </p:grpSpPr>
      <p:sp>
        <p:nvSpPr>
          <p:cNvPr id="2" name="Shape 0"/>
          <p:cNvSpPr/>
          <p:nvPr/>
        </p:nvSpPr>
        <p:spPr>
          <a:xfrm>
            <a:off x="0" y="0"/>
            <a:ext cx="12188952" cy="822960"/>
          </a:xfrm>
          <a:prstGeom prst="rect">
            <a:avLst/>
          </a:prstGeom>
          <a:solidFill>
            <a:srgbClr val="D64550"/>
          </a:solidFill>
          <a:ln/>
        </p:spPr>
      </p:sp>
      <p:sp>
        <p:nvSpPr>
          <p:cNvPr id="3" name="Text 1"/>
          <p:cNvSpPr/>
          <p:nvPr/>
        </p:nvSpPr>
        <p:spPr>
          <a:xfrm>
            <a:off x="502920" y="109728"/>
            <a:ext cx="9262872" cy="603504"/>
          </a:xfrm>
          <a:prstGeom prst="rect">
            <a:avLst/>
          </a:prstGeom>
          <a:noFill/>
          <a:ln/>
        </p:spPr>
        <p:txBody>
          <a:bodyPr wrap="square" lIns="0" tIns="0" rIns="0" bIns="0" rtlCol="0" anchor="ctr"/>
          <a:lstStyle/>
          <a:p>
            <a:pPr indent="0" marL="0">
              <a:buNone/>
            </a:pPr>
            <a:r>
              <a:rPr lang="en-US" sz="2600" b="1" dirty="0">
                <a:solidFill>
                  <a:srgbClr val="FFFFFF"/>
                </a:solidFill>
                <a:latin typeface="Bricolage Grotesque" pitchFamily="34" charset="0"/>
                <a:ea typeface="Bricolage Grotesque" pitchFamily="34" charset="-122"/>
                <a:cs typeface="Bricolage Grotesque" pitchFamily="34" charset="-120"/>
              </a:rPr>
              <a:t>Las estaciones</a:t>
            </a:r>
            <a:endParaRPr lang="en-US" sz="2600" dirty="0"/>
          </a:p>
        </p:txBody>
      </p:sp>
      <p:sp>
        <p:nvSpPr>
          <p:cNvPr id="4" name="Text 2"/>
          <p:cNvSpPr/>
          <p:nvPr/>
        </p:nvSpPr>
        <p:spPr>
          <a:xfrm>
            <a:off x="8622792" y="182880"/>
            <a:ext cx="3063240" cy="457200"/>
          </a:xfrm>
          <a:prstGeom prst="rect">
            <a:avLst/>
          </a:prstGeom>
          <a:noFill/>
          <a:ln/>
        </p:spPr>
        <p:txBody>
          <a:bodyPr wrap="square" lIns="0" tIns="0" rIns="0" bIns="0" rtlCol="0" anchor="ctr"/>
          <a:lstStyle/>
          <a:p>
            <a:pPr algn="r" indent="0" marL="0">
              <a:buNone/>
            </a:pPr>
            <a:r>
              <a:rPr lang="en-US" sz="1200" dirty="0">
                <a:solidFill>
                  <a:srgbClr val="FFFFFF"/>
                </a:solidFill>
                <a:latin typeface="Inter" pitchFamily="34" charset="0"/>
                <a:ea typeface="Inter" pitchFamily="34" charset="-122"/>
                <a:cs typeface="Inter" pitchFamily="34" charset="-120"/>
              </a:rPr>
              <a:t>de seizoenen</a:t>
            </a:r>
            <a:endParaRPr lang="en-US" sz="1200" dirty="0"/>
          </a:p>
        </p:txBody>
      </p:sp>
      <p:sp>
        <p:nvSpPr>
          <p:cNvPr id="5" name="Shape 3"/>
          <p:cNvSpPr/>
          <p:nvPr/>
        </p:nvSpPr>
        <p:spPr>
          <a:xfrm>
            <a:off x="640080" y="1188720"/>
            <a:ext cx="5362956" cy="731520"/>
          </a:xfrm>
          <a:prstGeom prst="roundRect">
            <a:avLst>
              <a:gd name="adj" fmla="val 11250"/>
            </a:avLst>
          </a:prstGeom>
          <a:solidFill>
            <a:srgbClr val="F3EEE4"/>
          </a:solidFill>
          <a:ln w="12700">
            <a:solidFill>
              <a:srgbClr val="F3EEE4"/>
            </a:solidFill>
            <a:prstDash val="solid"/>
          </a:ln>
        </p:spPr>
      </p:sp>
      <p:sp>
        <p:nvSpPr>
          <p:cNvPr id="6" name="Text 4"/>
          <p:cNvSpPr/>
          <p:nvPr/>
        </p:nvSpPr>
        <p:spPr>
          <a:xfrm>
            <a:off x="868680" y="1261872"/>
            <a:ext cx="4905756" cy="329184"/>
          </a:xfrm>
          <a:prstGeom prst="rect">
            <a:avLst/>
          </a:prstGeom>
          <a:noFill/>
          <a:ln/>
        </p:spPr>
        <p:txBody>
          <a:bodyPr wrap="square" lIns="0" tIns="0" rIns="0" bIns="0" rtlCol="0" anchor="ctr"/>
          <a:lstStyle/>
          <a:p>
            <a:pPr indent="0" marL="0">
              <a:buNone/>
            </a:pPr>
            <a:r>
              <a:rPr lang="en-US" sz="1550" b="1" dirty="0">
                <a:solidFill>
                  <a:srgbClr val="20242E"/>
                </a:solidFill>
                <a:latin typeface="Bricolage Grotesque" pitchFamily="34" charset="0"/>
                <a:ea typeface="Bricolage Grotesque" pitchFamily="34" charset="-122"/>
                <a:cs typeface="Bricolage Grotesque" pitchFamily="34" charset="-120"/>
              </a:rPr>
              <a:t>la primavera</a:t>
            </a:r>
            <a:endParaRPr lang="en-US" sz="1550" dirty="0"/>
          </a:p>
        </p:txBody>
      </p:sp>
      <p:sp>
        <p:nvSpPr>
          <p:cNvPr id="7" name="Text 5"/>
          <p:cNvSpPr/>
          <p:nvPr/>
        </p:nvSpPr>
        <p:spPr>
          <a:xfrm>
            <a:off x="868680" y="1591056"/>
            <a:ext cx="4905756" cy="292608"/>
          </a:xfrm>
          <a:prstGeom prst="rect">
            <a:avLst/>
          </a:prstGeom>
          <a:noFill/>
          <a:ln/>
        </p:spPr>
        <p:txBody>
          <a:bodyPr wrap="square" lIns="0" tIns="0" rIns="0" bIns="0" rtlCol="0" anchor="ctr"/>
          <a:lstStyle/>
          <a:p>
            <a:pPr indent="0" marL="0">
              <a:buNone/>
            </a:pPr>
            <a:r>
              <a:rPr lang="en-US" sz="1250" dirty="0">
                <a:solidFill>
                  <a:srgbClr val="6A6E78"/>
                </a:solidFill>
                <a:latin typeface="Inter" pitchFamily="34" charset="0"/>
                <a:ea typeface="Inter" pitchFamily="34" charset="-122"/>
                <a:cs typeface="Inter" pitchFamily="34" charset="-120"/>
              </a:rPr>
              <a:t>de lente</a:t>
            </a:r>
            <a:endParaRPr lang="en-US" sz="1250" dirty="0"/>
          </a:p>
        </p:txBody>
      </p:sp>
      <p:sp>
        <p:nvSpPr>
          <p:cNvPr id="8" name="Shape 6"/>
          <p:cNvSpPr/>
          <p:nvPr/>
        </p:nvSpPr>
        <p:spPr>
          <a:xfrm>
            <a:off x="6185916" y="1188720"/>
            <a:ext cx="5362956" cy="731520"/>
          </a:xfrm>
          <a:prstGeom prst="roundRect">
            <a:avLst>
              <a:gd name="adj" fmla="val 11250"/>
            </a:avLst>
          </a:prstGeom>
          <a:solidFill>
            <a:srgbClr val="F3EEE4"/>
          </a:solidFill>
          <a:ln w="12700">
            <a:solidFill>
              <a:srgbClr val="F3EEE4"/>
            </a:solidFill>
            <a:prstDash val="solid"/>
          </a:ln>
        </p:spPr>
      </p:sp>
      <p:sp>
        <p:nvSpPr>
          <p:cNvPr id="9" name="Text 7"/>
          <p:cNvSpPr/>
          <p:nvPr/>
        </p:nvSpPr>
        <p:spPr>
          <a:xfrm>
            <a:off x="6414516" y="1261872"/>
            <a:ext cx="4905756" cy="329184"/>
          </a:xfrm>
          <a:prstGeom prst="rect">
            <a:avLst/>
          </a:prstGeom>
          <a:noFill/>
          <a:ln/>
        </p:spPr>
        <p:txBody>
          <a:bodyPr wrap="square" lIns="0" tIns="0" rIns="0" bIns="0" rtlCol="0" anchor="ctr"/>
          <a:lstStyle/>
          <a:p>
            <a:pPr indent="0" marL="0">
              <a:buNone/>
            </a:pPr>
            <a:r>
              <a:rPr lang="en-US" sz="1550" b="1" dirty="0">
                <a:solidFill>
                  <a:srgbClr val="20242E"/>
                </a:solidFill>
                <a:latin typeface="Bricolage Grotesque" pitchFamily="34" charset="0"/>
                <a:ea typeface="Bricolage Grotesque" pitchFamily="34" charset="-122"/>
                <a:cs typeface="Bricolage Grotesque" pitchFamily="34" charset="-120"/>
              </a:rPr>
              <a:t>el verano</a:t>
            </a:r>
            <a:endParaRPr lang="en-US" sz="1550" dirty="0"/>
          </a:p>
        </p:txBody>
      </p:sp>
      <p:sp>
        <p:nvSpPr>
          <p:cNvPr id="10" name="Text 8"/>
          <p:cNvSpPr/>
          <p:nvPr/>
        </p:nvSpPr>
        <p:spPr>
          <a:xfrm>
            <a:off x="6414516" y="1591056"/>
            <a:ext cx="4905756" cy="292608"/>
          </a:xfrm>
          <a:prstGeom prst="rect">
            <a:avLst/>
          </a:prstGeom>
          <a:noFill/>
          <a:ln/>
        </p:spPr>
        <p:txBody>
          <a:bodyPr wrap="square" lIns="0" tIns="0" rIns="0" bIns="0" rtlCol="0" anchor="ctr"/>
          <a:lstStyle/>
          <a:p>
            <a:pPr indent="0" marL="0">
              <a:buNone/>
            </a:pPr>
            <a:r>
              <a:rPr lang="en-US" sz="1250" dirty="0">
                <a:solidFill>
                  <a:srgbClr val="6A6E78"/>
                </a:solidFill>
                <a:latin typeface="Inter" pitchFamily="34" charset="0"/>
                <a:ea typeface="Inter" pitchFamily="34" charset="-122"/>
                <a:cs typeface="Inter" pitchFamily="34" charset="-120"/>
              </a:rPr>
              <a:t>de zomer</a:t>
            </a:r>
            <a:endParaRPr lang="en-US" sz="1250" dirty="0"/>
          </a:p>
        </p:txBody>
      </p:sp>
      <p:sp>
        <p:nvSpPr>
          <p:cNvPr id="11" name="Shape 9"/>
          <p:cNvSpPr/>
          <p:nvPr/>
        </p:nvSpPr>
        <p:spPr>
          <a:xfrm>
            <a:off x="640080" y="2057400"/>
            <a:ext cx="5362956" cy="731520"/>
          </a:xfrm>
          <a:prstGeom prst="roundRect">
            <a:avLst>
              <a:gd name="adj" fmla="val 11250"/>
            </a:avLst>
          </a:prstGeom>
          <a:solidFill>
            <a:srgbClr val="F3EEE4"/>
          </a:solidFill>
          <a:ln w="12700">
            <a:solidFill>
              <a:srgbClr val="F3EEE4"/>
            </a:solidFill>
            <a:prstDash val="solid"/>
          </a:ln>
        </p:spPr>
      </p:sp>
      <p:sp>
        <p:nvSpPr>
          <p:cNvPr id="12" name="Text 10"/>
          <p:cNvSpPr/>
          <p:nvPr/>
        </p:nvSpPr>
        <p:spPr>
          <a:xfrm>
            <a:off x="868680" y="2130552"/>
            <a:ext cx="4905756" cy="329184"/>
          </a:xfrm>
          <a:prstGeom prst="rect">
            <a:avLst/>
          </a:prstGeom>
          <a:noFill/>
          <a:ln/>
        </p:spPr>
        <p:txBody>
          <a:bodyPr wrap="square" lIns="0" tIns="0" rIns="0" bIns="0" rtlCol="0" anchor="ctr"/>
          <a:lstStyle/>
          <a:p>
            <a:pPr indent="0" marL="0">
              <a:buNone/>
            </a:pPr>
            <a:r>
              <a:rPr lang="en-US" sz="1550" b="1" dirty="0">
                <a:solidFill>
                  <a:srgbClr val="20242E"/>
                </a:solidFill>
                <a:latin typeface="Bricolage Grotesque" pitchFamily="34" charset="0"/>
                <a:ea typeface="Bricolage Grotesque" pitchFamily="34" charset="-122"/>
                <a:cs typeface="Bricolage Grotesque" pitchFamily="34" charset="-120"/>
              </a:rPr>
              <a:t>el otoño</a:t>
            </a:r>
            <a:endParaRPr lang="en-US" sz="1550" dirty="0"/>
          </a:p>
        </p:txBody>
      </p:sp>
      <p:sp>
        <p:nvSpPr>
          <p:cNvPr id="13" name="Text 11"/>
          <p:cNvSpPr/>
          <p:nvPr/>
        </p:nvSpPr>
        <p:spPr>
          <a:xfrm>
            <a:off x="868680" y="2459736"/>
            <a:ext cx="4905756" cy="292608"/>
          </a:xfrm>
          <a:prstGeom prst="rect">
            <a:avLst/>
          </a:prstGeom>
          <a:noFill/>
          <a:ln/>
        </p:spPr>
        <p:txBody>
          <a:bodyPr wrap="square" lIns="0" tIns="0" rIns="0" bIns="0" rtlCol="0" anchor="ctr"/>
          <a:lstStyle/>
          <a:p>
            <a:pPr indent="0" marL="0">
              <a:buNone/>
            </a:pPr>
            <a:r>
              <a:rPr lang="en-US" sz="1250" dirty="0">
                <a:solidFill>
                  <a:srgbClr val="6A6E78"/>
                </a:solidFill>
                <a:latin typeface="Inter" pitchFamily="34" charset="0"/>
                <a:ea typeface="Inter" pitchFamily="34" charset="-122"/>
                <a:cs typeface="Inter" pitchFamily="34" charset="-120"/>
              </a:rPr>
              <a:t>de herfst</a:t>
            </a:r>
            <a:endParaRPr lang="en-US" sz="1250" dirty="0"/>
          </a:p>
        </p:txBody>
      </p:sp>
      <p:sp>
        <p:nvSpPr>
          <p:cNvPr id="14" name="Shape 12"/>
          <p:cNvSpPr/>
          <p:nvPr/>
        </p:nvSpPr>
        <p:spPr>
          <a:xfrm>
            <a:off x="6185916" y="2057400"/>
            <a:ext cx="5362956" cy="731520"/>
          </a:xfrm>
          <a:prstGeom prst="roundRect">
            <a:avLst>
              <a:gd name="adj" fmla="val 11250"/>
            </a:avLst>
          </a:prstGeom>
          <a:solidFill>
            <a:srgbClr val="F3EEE4"/>
          </a:solidFill>
          <a:ln w="12700">
            <a:solidFill>
              <a:srgbClr val="F3EEE4"/>
            </a:solidFill>
            <a:prstDash val="solid"/>
          </a:ln>
        </p:spPr>
      </p:sp>
      <p:sp>
        <p:nvSpPr>
          <p:cNvPr id="15" name="Text 13"/>
          <p:cNvSpPr/>
          <p:nvPr/>
        </p:nvSpPr>
        <p:spPr>
          <a:xfrm>
            <a:off x="6414516" y="2130552"/>
            <a:ext cx="4905756" cy="329184"/>
          </a:xfrm>
          <a:prstGeom prst="rect">
            <a:avLst/>
          </a:prstGeom>
          <a:noFill/>
          <a:ln/>
        </p:spPr>
        <p:txBody>
          <a:bodyPr wrap="square" lIns="0" tIns="0" rIns="0" bIns="0" rtlCol="0" anchor="ctr"/>
          <a:lstStyle/>
          <a:p>
            <a:pPr indent="0" marL="0">
              <a:buNone/>
            </a:pPr>
            <a:r>
              <a:rPr lang="en-US" sz="1550" b="1" dirty="0">
                <a:solidFill>
                  <a:srgbClr val="20242E"/>
                </a:solidFill>
                <a:latin typeface="Bricolage Grotesque" pitchFamily="34" charset="0"/>
                <a:ea typeface="Bricolage Grotesque" pitchFamily="34" charset="-122"/>
                <a:cs typeface="Bricolage Grotesque" pitchFamily="34" charset="-120"/>
              </a:rPr>
              <a:t>el invierno</a:t>
            </a:r>
            <a:endParaRPr lang="en-US" sz="1550" dirty="0"/>
          </a:p>
        </p:txBody>
      </p:sp>
      <p:sp>
        <p:nvSpPr>
          <p:cNvPr id="16" name="Text 14"/>
          <p:cNvSpPr/>
          <p:nvPr/>
        </p:nvSpPr>
        <p:spPr>
          <a:xfrm>
            <a:off x="6414516" y="2459736"/>
            <a:ext cx="4905756" cy="292608"/>
          </a:xfrm>
          <a:prstGeom prst="rect">
            <a:avLst/>
          </a:prstGeom>
          <a:noFill/>
          <a:ln/>
        </p:spPr>
        <p:txBody>
          <a:bodyPr wrap="square" lIns="0" tIns="0" rIns="0" bIns="0" rtlCol="0" anchor="ctr"/>
          <a:lstStyle/>
          <a:p>
            <a:pPr indent="0" marL="0">
              <a:buNone/>
            </a:pPr>
            <a:r>
              <a:rPr lang="en-US" sz="1250" dirty="0">
                <a:solidFill>
                  <a:srgbClr val="6A6E78"/>
                </a:solidFill>
                <a:latin typeface="Inter" pitchFamily="34" charset="0"/>
                <a:ea typeface="Inter" pitchFamily="34" charset="-122"/>
                <a:cs typeface="Inter" pitchFamily="34" charset="-120"/>
              </a:rPr>
              <a:t>de winter</a:t>
            </a:r>
            <a:endParaRPr lang="en-US" sz="1250" dirty="0"/>
          </a:p>
        </p:txBody>
      </p:sp>
      <p:sp>
        <p:nvSpPr>
          <p:cNvPr id="17" name="Shape 15"/>
          <p:cNvSpPr/>
          <p:nvPr/>
        </p:nvSpPr>
        <p:spPr>
          <a:xfrm>
            <a:off x="640080" y="2926080"/>
            <a:ext cx="5362956" cy="731520"/>
          </a:xfrm>
          <a:prstGeom prst="roundRect">
            <a:avLst>
              <a:gd name="adj" fmla="val 11250"/>
            </a:avLst>
          </a:prstGeom>
          <a:solidFill>
            <a:srgbClr val="F3EEE4"/>
          </a:solidFill>
          <a:ln w="12700">
            <a:solidFill>
              <a:srgbClr val="F3EEE4"/>
            </a:solidFill>
            <a:prstDash val="solid"/>
          </a:ln>
        </p:spPr>
      </p:sp>
      <p:sp>
        <p:nvSpPr>
          <p:cNvPr id="18" name="Text 16"/>
          <p:cNvSpPr/>
          <p:nvPr/>
        </p:nvSpPr>
        <p:spPr>
          <a:xfrm>
            <a:off x="868680" y="2999232"/>
            <a:ext cx="4905756" cy="329184"/>
          </a:xfrm>
          <a:prstGeom prst="rect">
            <a:avLst/>
          </a:prstGeom>
          <a:noFill/>
          <a:ln/>
        </p:spPr>
        <p:txBody>
          <a:bodyPr wrap="square" lIns="0" tIns="0" rIns="0" bIns="0" rtlCol="0" anchor="ctr"/>
          <a:lstStyle/>
          <a:p>
            <a:pPr indent="0" marL="0">
              <a:buNone/>
            </a:pPr>
            <a:r>
              <a:rPr lang="en-US" sz="1550" b="1" dirty="0">
                <a:solidFill>
                  <a:srgbClr val="20242E"/>
                </a:solidFill>
                <a:latin typeface="Bricolage Grotesque" pitchFamily="34" charset="0"/>
                <a:ea typeface="Bricolage Grotesque" pitchFamily="34" charset="-122"/>
                <a:cs typeface="Bricolage Grotesque" pitchFamily="34" charset="-120"/>
              </a:rPr>
              <a:t>en verano · en invierno</a:t>
            </a:r>
            <a:endParaRPr lang="en-US" sz="1550" dirty="0"/>
          </a:p>
        </p:txBody>
      </p:sp>
      <p:sp>
        <p:nvSpPr>
          <p:cNvPr id="19" name="Text 17"/>
          <p:cNvSpPr/>
          <p:nvPr/>
        </p:nvSpPr>
        <p:spPr>
          <a:xfrm>
            <a:off x="868680" y="3328416"/>
            <a:ext cx="4905756" cy="292608"/>
          </a:xfrm>
          <a:prstGeom prst="rect">
            <a:avLst/>
          </a:prstGeom>
          <a:noFill/>
          <a:ln/>
        </p:spPr>
        <p:txBody>
          <a:bodyPr wrap="square" lIns="0" tIns="0" rIns="0" bIns="0" rtlCol="0" anchor="ctr"/>
          <a:lstStyle/>
          <a:p>
            <a:pPr indent="0" marL="0">
              <a:buNone/>
            </a:pPr>
            <a:r>
              <a:rPr lang="en-US" sz="1250" dirty="0">
                <a:solidFill>
                  <a:srgbClr val="6A6E78"/>
                </a:solidFill>
                <a:latin typeface="Inter" pitchFamily="34" charset="0"/>
                <a:ea typeface="Inter" pitchFamily="34" charset="-122"/>
                <a:cs typeface="Inter" pitchFamily="34" charset="-120"/>
              </a:rPr>
              <a:t>in de zomer · in de winter</a:t>
            </a:r>
            <a:endParaRPr lang="en-US" sz="12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CFBF8"/>
        </a:solidFill>
      </p:bgPr>
    </p:bg>
    <p:spTree>
      <p:nvGrpSpPr>
        <p:cNvPr id="1" name=""/>
        <p:cNvGrpSpPr/>
        <p:nvPr/>
      </p:nvGrpSpPr>
      <p:grpSpPr>
        <a:xfrm>
          <a:off x="0" y="0"/>
          <a:ext cx="0" cy="0"/>
          <a:chOff x="0" y="0"/>
          <a:chExt cx="0" cy="0"/>
        </a:xfrm>
      </p:grpSpPr>
      <p:sp>
        <p:nvSpPr>
          <p:cNvPr id="2" name="Shape 0"/>
          <p:cNvSpPr/>
          <p:nvPr/>
        </p:nvSpPr>
        <p:spPr>
          <a:xfrm>
            <a:off x="0" y="0"/>
            <a:ext cx="12188952" cy="822960"/>
          </a:xfrm>
          <a:prstGeom prst="rect">
            <a:avLst/>
          </a:prstGeom>
          <a:solidFill>
            <a:srgbClr val="D64550"/>
          </a:solidFill>
          <a:ln/>
        </p:spPr>
      </p:sp>
      <p:sp>
        <p:nvSpPr>
          <p:cNvPr id="3" name="Text 1"/>
          <p:cNvSpPr/>
          <p:nvPr/>
        </p:nvSpPr>
        <p:spPr>
          <a:xfrm>
            <a:off x="502920" y="109728"/>
            <a:ext cx="9262872" cy="603504"/>
          </a:xfrm>
          <a:prstGeom prst="rect">
            <a:avLst/>
          </a:prstGeom>
          <a:noFill/>
          <a:ln/>
        </p:spPr>
        <p:txBody>
          <a:bodyPr wrap="square" lIns="0" tIns="0" rIns="0" bIns="0" rtlCol="0" anchor="ctr"/>
          <a:lstStyle/>
          <a:p>
            <a:pPr indent="0" marL="0">
              <a:buNone/>
            </a:pPr>
            <a:r>
              <a:rPr lang="en-US" sz="2600" b="1" dirty="0">
                <a:solidFill>
                  <a:srgbClr val="FFFFFF"/>
                </a:solidFill>
                <a:latin typeface="Bricolage Grotesque" pitchFamily="34" charset="0"/>
                <a:ea typeface="Bricolage Grotesque" pitchFamily="34" charset="-122"/>
                <a:cs typeface="Bricolage Grotesque" pitchFamily="34" charset="-120"/>
              </a:rPr>
              <a:t>¿Cómo vas?</a:t>
            </a:r>
            <a:endParaRPr lang="en-US" sz="2600" dirty="0"/>
          </a:p>
        </p:txBody>
      </p:sp>
      <p:sp>
        <p:nvSpPr>
          <p:cNvPr id="4" name="Text 2"/>
          <p:cNvSpPr/>
          <p:nvPr/>
        </p:nvSpPr>
        <p:spPr>
          <a:xfrm>
            <a:off x="8622792" y="182880"/>
            <a:ext cx="3063240" cy="457200"/>
          </a:xfrm>
          <a:prstGeom prst="rect">
            <a:avLst/>
          </a:prstGeom>
          <a:noFill/>
          <a:ln/>
        </p:spPr>
        <p:txBody>
          <a:bodyPr wrap="square" lIns="0" tIns="0" rIns="0" bIns="0" rtlCol="0" anchor="ctr"/>
          <a:lstStyle/>
          <a:p>
            <a:pPr algn="r" indent="0" marL="0">
              <a:buNone/>
            </a:pPr>
            <a:r>
              <a:rPr lang="en-US" sz="1200" dirty="0">
                <a:solidFill>
                  <a:srgbClr val="FFFFFF"/>
                </a:solidFill>
                <a:latin typeface="Inter" pitchFamily="34" charset="0"/>
                <a:ea typeface="Inter" pitchFamily="34" charset="-122"/>
                <a:cs typeface="Inter" pitchFamily="34" charset="-120"/>
              </a:rPr>
              <a:t>vervoer</a:t>
            </a:r>
            <a:endParaRPr lang="en-US" sz="1200" dirty="0"/>
          </a:p>
        </p:txBody>
      </p:sp>
      <p:sp>
        <p:nvSpPr>
          <p:cNvPr id="5" name="Shape 3"/>
          <p:cNvSpPr/>
          <p:nvPr/>
        </p:nvSpPr>
        <p:spPr>
          <a:xfrm>
            <a:off x="640080" y="1188720"/>
            <a:ext cx="5362956" cy="731520"/>
          </a:xfrm>
          <a:prstGeom prst="roundRect">
            <a:avLst>
              <a:gd name="adj" fmla="val 11250"/>
            </a:avLst>
          </a:prstGeom>
          <a:solidFill>
            <a:srgbClr val="F3EEE4"/>
          </a:solidFill>
          <a:ln w="12700">
            <a:solidFill>
              <a:srgbClr val="F3EEE4"/>
            </a:solidFill>
            <a:prstDash val="solid"/>
          </a:ln>
        </p:spPr>
      </p:sp>
      <p:sp>
        <p:nvSpPr>
          <p:cNvPr id="6" name="Text 4"/>
          <p:cNvSpPr/>
          <p:nvPr/>
        </p:nvSpPr>
        <p:spPr>
          <a:xfrm>
            <a:off x="868680" y="1261872"/>
            <a:ext cx="4905756" cy="329184"/>
          </a:xfrm>
          <a:prstGeom prst="rect">
            <a:avLst/>
          </a:prstGeom>
          <a:noFill/>
          <a:ln/>
        </p:spPr>
        <p:txBody>
          <a:bodyPr wrap="square" lIns="0" tIns="0" rIns="0" bIns="0" rtlCol="0" anchor="ctr"/>
          <a:lstStyle/>
          <a:p>
            <a:pPr indent="0" marL="0">
              <a:buNone/>
            </a:pPr>
            <a:r>
              <a:rPr lang="en-US" sz="1550" b="1" dirty="0">
                <a:solidFill>
                  <a:srgbClr val="20242E"/>
                </a:solidFill>
                <a:latin typeface="Bricolage Grotesque" pitchFamily="34" charset="0"/>
                <a:ea typeface="Bricolage Grotesque" pitchFamily="34" charset="-122"/>
                <a:cs typeface="Bricolage Grotesque" pitchFamily="34" charset="-120"/>
              </a:rPr>
              <a:t>en tren</a:t>
            </a:r>
            <a:endParaRPr lang="en-US" sz="1550" dirty="0"/>
          </a:p>
        </p:txBody>
      </p:sp>
      <p:sp>
        <p:nvSpPr>
          <p:cNvPr id="7" name="Text 5"/>
          <p:cNvSpPr/>
          <p:nvPr/>
        </p:nvSpPr>
        <p:spPr>
          <a:xfrm>
            <a:off x="868680" y="1591056"/>
            <a:ext cx="4905756" cy="292608"/>
          </a:xfrm>
          <a:prstGeom prst="rect">
            <a:avLst/>
          </a:prstGeom>
          <a:noFill/>
          <a:ln/>
        </p:spPr>
        <p:txBody>
          <a:bodyPr wrap="square" lIns="0" tIns="0" rIns="0" bIns="0" rtlCol="0" anchor="ctr"/>
          <a:lstStyle/>
          <a:p>
            <a:pPr indent="0" marL="0">
              <a:buNone/>
            </a:pPr>
            <a:r>
              <a:rPr lang="en-US" sz="1250" dirty="0">
                <a:solidFill>
                  <a:srgbClr val="6A6E78"/>
                </a:solidFill>
                <a:latin typeface="Inter" pitchFamily="34" charset="0"/>
                <a:ea typeface="Inter" pitchFamily="34" charset="-122"/>
                <a:cs typeface="Inter" pitchFamily="34" charset="-120"/>
              </a:rPr>
              <a:t>met de trein</a:t>
            </a:r>
            <a:endParaRPr lang="en-US" sz="1250" dirty="0"/>
          </a:p>
        </p:txBody>
      </p:sp>
      <p:sp>
        <p:nvSpPr>
          <p:cNvPr id="8" name="Shape 6"/>
          <p:cNvSpPr/>
          <p:nvPr/>
        </p:nvSpPr>
        <p:spPr>
          <a:xfrm>
            <a:off x="6185916" y="1188720"/>
            <a:ext cx="5362956" cy="731520"/>
          </a:xfrm>
          <a:prstGeom prst="roundRect">
            <a:avLst>
              <a:gd name="adj" fmla="val 11250"/>
            </a:avLst>
          </a:prstGeom>
          <a:solidFill>
            <a:srgbClr val="F3EEE4"/>
          </a:solidFill>
          <a:ln w="12700">
            <a:solidFill>
              <a:srgbClr val="F3EEE4"/>
            </a:solidFill>
            <a:prstDash val="solid"/>
          </a:ln>
        </p:spPr>
      </p:sp>
      <p:sp>
        <p:nvSpPr>
          <p:cNvPr id="9" name="Text 7"/>
          <p:cNvSpPr/>
          <p:nvPr/>
        </p:nvSpPr>
        <p:spPr>
          <a:xfrm>
            <a:off x="6414516" y="1261872"/>
            <a:ext cx="4905756" cy="329184"/>
          </a:xfrm>
          <a:prstGeom prst="rect">
            <a:avLst/>
          </a:prstGeom>
          <a:noFill/>
          <a:ln/>
        </p:spPr>
        <p:txBody>
          <a:bodyPr wrap="square" lIns="0" tIns="0" rIns="0" bIns="0" rtlCol="0" anchor="ctr"/>
          <a:lstStyle/>
          <a:p>
            <a:pPr indent="0" marL="0">
              <a:buNone/>
            </a:pPr>
            <a:r>
              <a:rPr lang="en-US" sz="1550" b="1" dirty="0">
                <a:solidFill>
                  <a:srgbClr val="20242E"/>
                </a:solidFill>
                <a:latin typeface="Bricolage Grotesque" pitchFamily="34" charset="0"/>
                <a:ea typeface="Bricolage Grotesque" pitchFamily="34" charset="-122"/>
                <a:cs typeface="Bricolage Grotesque" pitchFamily="34" charset="-120"/>
              </a:rPr>
              <a:t>en avión</a:t>
            </a:r>
            <a:endParaRPr lang="en-US" sz="1550" dirty="0"/>
          </a:p>
        </p:txBody>
      </p:sp>
      <p:sp>
        <p:nvSpPr>
          <p:cNvPr id="10" name="Text 8"/>
          <p:cNvSpPr/>
          <p:nvPr/>
        </p:nvSpPr>
        <p:spPr>
          <a:xfrm>
            <a:off x="6414516" y="1591056"/>
            <a:ext cx="4905756" cy="292608"/>
          </a:xfrm>
          <a:prstGeom prst="rect">
            <a:avLst/>
          </a:prstGeom>
          <a:noFill/>
          <a:ln/>
        </p:spPr>
        <p:txBody>
          <a:bodyPr wrap="square" lIns="0" tIns="0" rIns="0" bIns="0" rtlCol="0" anchor="ctr"/>
          <a:lstStyle/>
          <a:p>
            <a:pPr indent="0" marL="0">
              <a:buNone/>
            </a:pPr>
            <a:r>
              <a:rPr lang="en-US" sz="1250" dirty="0">
                <a:solidFill>
                  <a:srgbClr val="6A6E78"/>
                </a:solidFill>
                <a:latin typeface="Inter" pitchFamily="34" charset="0"/>
                <a:ea typeface="Inter" pitchFamily="34" charset="-122"/>
                <a:cs typeface="Inter" pitchFamily="34" charset="-120"/>
              </a:rPr>
              <a:t>met het vliegtuig</a:t>
            </a:r>
            <a:endParaRPr lang="en-US" sz="1250" dirty="0"/>
          </a:p>
        </p:txBody>
      </p:sp>
      <p:sp>
        <p:nvSpPr>
          <p:cNvPr id="11" name="Shape 9"/>
          <p:cNvSpPr/>
          <p:nvPr/>
        </p:nvSpPr>
        <p:spPr>
          <a:xfrm>
            <a:off x="640080" y="2057400"/>
            <a:ext cx="5362956" cy="731520"/>
          </a:xfrm>
          <a:prstGeom prst="roundRect">
            <a:avLst>
              <a:gd name="adj" fmla="val 11250"/>
            </a:avLst>
          </a:prstGeom>
          <a:solidFill>
            <a:srgbClr val="F3EEE4"/>
          </a:solidFill>
          <a:ln w="12700">
            <a:solidFill>
              <a:srgbClr val="F3EEE4"/>
            </a:solidFill>
            <a:prstDash val="solid"/>
          </a:ln>
        </p:spPr>
      </p:sp>
      <p:sp>
        <p:nvSpPr>
          <p:cNvPr id="12" name="Text 10"/>
          <p:cNvSpPr/>
          <p:nvPr/>
        </p:nvSpPr>
        <p:spPr>
          <a:xfrm>
            <a:off x="868680" y="2130552"/>
            <a:ext cx="4905756" cy="329184"/>
          </a:xfrm>
          <a:prstGeom prst="rect">
            <a:avLst/>
          </a:prstGeom>
          <a:noFill/>
          <a:ln/>
        </p:spPr>
        <p:txBody>
          <a:bodyPr wrap="square" lIns="0" tIns="0" rIns="0" bIns="0" rtlCol="0" anchor="ctr"/>
          <a:lstStyle/>
          <a:p>
            <a:pPr indent="0" marL="0">
              <a:buNone/>
            </a:pPr>
            <a:r>
              <a:rPr lang="en-US" sz="1550" b="1" dirty="0">
                <a:solidFill>
                  <a:srgbClr val="20242E"/>
                </a:solidFill>
                <a:latin typeface="Bricolage Grotesque" pitchFamily="34" charset="0"/>
                <a:ea typeface="Bricolage Grotesque" pitchFamily="34" charset="-122"/>
                <a:cs typeface="Bricolage Grotesque" pitchFamily="34" charset="-120"/>
              </a:rPr>
              <a:t>en barco · en ferry</a:t>
            </a:r>
            <a:endParaRPr lang="en-US" sz="1550" dirty="0"/>
          </a:p>
        </p:txBody>
      </p:sp>
      <p:sp>
        <p:nvSpPr>
          <p:cNvPr id="13" name="Text 11"/>
          <p:cNvSpPr/>
          <p:nvPr/>
        </p:nvSpPr>
        <p:spPr>
          <a:xfrm>
            <a:off x="868680" y="2459736"/>
            <a:ext cx="4905756" cy="292608"/>
          </a:xfrm>
          <a:prstGeom prst="rect">
            <a:avLst/>
          </a:prstGeom>
          <a:noFill/>
          <a:ln/>
        </p:spPr>
        <p:txBody>
          <a:bodyPr wrap="square" lIns="0" tIns="0" rIns="0" bIns="0" rtlCol="0" anchor="ctr"/>
          <a:lstStyle/>
          <a:p>
            <a:pPr indent="0" marL="0">
              <a:buNone/>
            </a:pPr>
            <a:r>
              <a:rPr lang="en-US" sz="1250" dirty="0">
                <a:solidFill>
                  <a:srgbClr val="6A6E78"/>
                </a:solidFill>
                <a:latin typeface="Inter" pitchFamily="34" charset="0"/>
                <a:ea typeface="Inter" pitchFamily="34" charset="-122"/>
                <a:cs typeface="Inter" pitchFamily="34" charset="-120"/>
              </a:rPr>
              <a:t>met de boot · met de veerboot</a:t>
            </a:r>
            <a:endParaRPr lang="en-US" sz="1250" dirty="0"/>
          </a:p>
        </p:txBody>
      </p:sp>
      <p:sp>
        <p:nvSpPr>
          <p:cNvPr id="14" name="Shape 12"/>
          <p:cNvSpPr/>
          <p:nvPr/>
        </p:nvSpPr>
        <p:spPr>
          <a:xfrm>
            <a:off x="6185916" y="2057400"/>
            <a:ext cx="5362956" cy="731520"/>
          </a:xfrm>
          <a:prstGeom prst="roundRect">
            <a:avLst>
              <a:gd name="adj" fmla="val 11250"/>
            </a:avLst>
          </a:prstGeom>
          <a:solidFill>
            <a:srgbClr val="F3EEE4"/>
          </a:solidFill>
          <a:ln w="12700">
            <a:solidFill>
              <a:srgbClr val="F3EEE4"/>
            </a:solidFill>
            <a:prstDash val="solid"/>
          </a:ln>
        </p:spPr>
      </p:sp>
      <p:sp>
        <p:nvSpPr>
          <p:cNvPr id="15" name="Text 13"/>
          <p:cNvSpPr/>
          <p:nvPr/>
        </p:nvSpPr>
        <p:spPr>
          <a:xfrm>
            <a:off x="6414516" y="2130552"/>
            <a:ext cx="4905756" cy="329184"/>
          </a:xfrm>
          <a:prstGeom prst="rect">
            <a:avLst/>
          </a:prstGeom>
          <a:noFill/>
          <a:ln/>
        </p:spPr>
        <p:txBody>
          <a:bodyPr wrap="square" lIns="0" tIns="0" rIns="0" bIns="0" rtlCol="0" anchor="ctr"/>
          <a:lstStyle/>
          <a:p>
            <a:pPr indent="0" marL="0">
              <a:buNone/>
            </a:pPr>
            <a:r>
              <a:rPr lang="en-US" sz="1550" b="1" dirty="0">
                <a:solidFill>
                  <a:srgbClr val="20242E"/>
                </a:solidFill>
                <a:latin typeface="Bricolage Grotesque" pitchFamily="34" charset="0"/>
                <a:ea typeface="Bricolage Grotesque" pitchFamily="34" charset="-122"/>
                <a:cs typeface="Bricolage Grotesque" pitchFamily="34" charset="-120"/>
              </a:rPr>
              <a:t>en coche</a:t>
            </a:r>
            <a:endParaRPr lang="en-US" sz="1550" dirty="0"/>
          </a:p>
        </p:txBody>
      </p:sp>
      <p:sp>
        <p:nvSpPr>
          <p:cNvPr id="16" name="Text 14"/>
          <p:cNvSpPr/>
          <p:nvPr/>
        </p:nvSpPr>
        <p:spPr>
          <a:xfrm>
            <a:off x="6414516" y="2459736"/>
            <a:ext cx="4905756" cy="292608"/>
          </a:xfrm>
          <a:prstGeom prst="rect">
            <a:avLst/>
          </a:prstGeom>
          <a:noFill/>
          <a:ln/>
        </p:spPr>
        <p:txBody>
          <a:bodyPr wrap="square" lIns="0" tIns="0" rIns="0" bIns="0" rtlCol="0" anchor="ctr"/>
          <a:lstStyle/>
          <a:p>
            <a:pPr indent="0" marL="0">
              <a:buNone/>
            </a:pPr>
            <a:r>
              <a:rPr lang="en-US" sz="1250" dirty="0">
                <a:solidFill>
                  <a:srgbClr val="6A6E78"/>
                </a:solidFill>
                <a:latin typeface="Inter" pitchFamily="34" charset="0"/>
                <a:ea typeface="Inter" pitchFamily="34" charset="-122"/>
                <a:cs typeface="Inter" pitchFamily="34" charset="-120"/>
              </a:rPr>
              <a:t>met de auto</a:t>
            </a:r>
            <a:endParaRPr lang="en-US" sz="1250" dirty="0"/>
          </a:p>
        </p:txBody>
      </p:sp>
      <p:sp>
        <p:nvSpPr>
          <p:cNvPr id="17" name="Shape 15"/>
          <p:cNvSpPr/>
          <p:nvPr/>
        </p:nvSpPr>
        <p:spPr>
          <a:xfrm>
            <a:off x="640080" y="2926080"/>
            <a:ext cx="5362956" cy="731520"/>
          </a:xfrm>
          <a:prstGeom prst="roundRect">
            <a:avLst>
              <a:gd name="adj" fmla="val 11250"/>
            </a:avLst>
          </a:prstGeom>
          <a:solidFill>
            <a:srgbClr val="F3EEE4"/>
          </a:solidFill>
          <a:ln w="12700">
            <a:solidFill>
              <a:srgbClr val="F3EEE4"/>
            </a:solidFill>
            <a:prstDash val="solid"/>
          </a:ln>
        </p:spPr>
      </p:sp>
      <p:sp>
        <p:nvSpPr>
          <p:cNvPr id="18" name="Text 16"/>
          <p:cNvSpPr/>
          <p:nvPr/>
        </p:nvSpPr>
        <p:spPr>
          <a:xfrm>
            <a:off x="868680" y="2999232"/>
            <a:ext cx="4905756" cy="329184"/>
          </a:xfrm>
          <a:prstGeom prst="rect">
            <a:avLst/>
          </a:prstGeom>
          <a:noFill/>
          <a:ln/>
        </p:spPr>
        <p:txBody>
          <a:bodyPr wrap="square" lIns="0" tIns="0" rIns="0" bIns="0" rtlCol="0" anchor="ctr"/>
          <a:lstStyle/>
          <a:p>
            <a:pPr indent="0" marL="0">
              <a:buNone/>
            </a:pPr>
            <a:r>
              <a:rPr lang="en-US" sz="1550" b="1" dirty="0">
                <a:solidFill>
                  <a:srgbClr val="20242E"/>
                </a:solidFill>
                <a:latin typeface="Bricolage Grotesque" pitchFamily="34" charset="0"/>
                <a:ea typeface="Bricolage Grotesque" pitchFamily="34" charset="-122"/>
                <a:cs typeface="Bricolage Grotesque" pitchFamily="34" charset="-120"/>
              </a:rPr>
              <a:t>en bici</a:t>
            </a:r>
            <a:endParaRPr lang="en-US" sz="1550" dirty="0"/>
          </a:p>
        </p:txBody>
      </p:sp>
      <p:sp>
        <p:nvSpPr>
          <p:cNvPr id="19" name="Text 17"/>
          <p:cNvSpPr/>
          <p:nvPr/>
        </p:nvSpPr>
        <p:spPr>
          <a:xfrm>
            <a:off x="868680" y="3328416"/>
            <a:ext cx="4905756" cy="292608"/>
          </a:xfrm>
          <a:prstGeom prst="rect">
            <a:avLst/>
          </a:prstGeom>
          <a:noFill/>
          <a:ln/>
        </p:spPr>
        <p:txBody>
          <a:bodyPr wrap="square" lIns="0" tIns="0" rIns="0" bIns="0" rtlCol="0" anchor="ctr"/>
          <a:lstStyle/>
          <a:p>
            <a:pPr indent="0" marL="0">
              <a:buNone/>
            </a:pPr>
            <a:r>
              <a:rPr lang="en-US" sz="1250" dirty="0">
                <a:solidFill>
                  <a:srgbClr val="6A6E78"/>
                </a:solidFill>
                <a:latin typeface="Inter" pitchFamily="34" charset="0"/>
                <a:ea typeface="Inter" pitchFamily="34" charset="-122"/>
                <a:cs typeface="Inter" pitchFamily="34" charset="-120"/>
              </a:rPr>
              <a:t>met de fiets</a:t>
            </a:r>
            <a:endParaRPr lang="en-US" sz="1250" dirty="0"/>
          </a:p>
        </p:txBody>
      </p:sp>
      <p:sp>
        <p:nvSpPr>
          <p:cNvPr id="20" name="Shape 18"/>
          <p:cNvSpPr/>
          <p:nvPr/>
        </p:nvSpPr>
        <p:spPr>
          <a:xfrm>
            <a:off x="6185916" y="2926080"/>
            <a:ext cx="5362956" cy="731520"/>
          </a:xfrm>
          <a:prstGeom prst="roundRect">
            <a:avLst>
              <a:gd name="adj" fmla="val 11250"/>
            </a:avLst>
          </a:prstGeom>
          <a:solidFill>
            <a:srgbClr val="F3EEE4"/>
          </a:solidFill>
          <a:ln w="12700">
            <a:solidFill>
              <a:srgbClr val="F3EEE4"/>
            </a:solidFill>
            <a:prstDash val="solid"/>
          </a:ln>
        </p:spPr>
      </p:sp>
      <p:sp>
        <p:nvSpPr>
          <p:cNvPr id="21" name="Text 19"/>
          <p:cNvSpPr/>
          <p:nvPr/>
        </p:nvSpPr>
        <p:spPr>
          <a:xfrm>
            <a:off x="6414516" y="2999232"/>
            <a:ext cx="4905756" cy="329184"/>
          </a:xfrm>
          <a:prstGeom prst="rect">
            <a:avLst/>
          </a:prstGeom>
          <a:noFill/>
          <a:ln/>
        </p:spPr>
        <p:txBody>
          <a:bodyPr wrap="square" lIns="0" tIns="0" rIns="0" bIns="0" rtlCol="0" anchor="ctr"/>
          <a:lstStyle/>
          <a:p>
            <a:pPr indent="0" marL="0">
              <a:buNone/>
            </a:pPr>
            <a:r>
              <a:rPr lang="en-US" sz="1550" b="1" dirty="0">
                <a:solidFill>
                  <a:srgbClr val="20242E"/>
                </a:solidFill>
                <a:latin typeface="Bricolage Grotesque" pitchFamily="34" charset="0"/>
                <a:ea typeface="Bricolage Grotesque" pitchFamily="34" charset="-122"/>
                <a:cs typeface="Bricolage Grotesque" pitchFamily="34" charset="-120"/>
              </a:rPr>
              <a:t>en moto</a:t>
            </a:r>
            <a:endParaRPr lang="en-US" sz="1550" dirty="0"/>
          </a:p>
        </p:txBody>
      </p:sp>
      <p:sp>
        <p:nvSpPr>
          <p:cNvPr id="22" name="Text 20"/>
          <p:cNvSpPr/>
          <p:nvPr/>
        </p:nvSpPr>
        <p:spPr>
          <a:xfrm>
            <a:off x="6414516" y="3328416"/>
            <a:ext cx="4905756" cy="292608"/>
          </a:xfrm>
          <a:prstGeom prst="rect">
            <a:avLst/>
          </a:prstGeom>
          <a:noFill/>
          <a:ln/>
        </p:spPr>
        <p:txBody>
          <a:bodyPr wrap="square" lIns="0" tIns="0" rIns="0" bIns="0" rtlCol="0" anchor="ctr"/>
          <a:lstStyle/>
          <a:p>
            <a:pPr indent="0" marL="0">
              <a:buNone/>
            </a:pPr>
            <a:r>
              <a:rPr lang="en-US" sz="1250" dirty="0">
                <a:solidFill>
                  <a:srgbClr val="6A6E78"/>
                </a:solidFill>
                <a:latin typeface="Inter" pitchFamily="34" charset="0"/>
                <a:ea typeface="Inter" pitchFamily="34" charset="-122"/>
                <a:cs typeface="Inter" pitchFamily="34" charset="-120"/>
              </a:rPr>
              <a:t>met de motor</a:t>
            </a:r>
            <a:endParaRPr lang="en-US" sz="12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CFBF8"/>
        </a:solidFill>
      </p:bgPr>
    </p:bg>
    <p:spTree>
      <p:nvGrpSpPr>
        <p:cNvPr id="1" name=""/>
        <p:cNvGrpSpPr/>
        <p:nvPr/>
      </p:nvGrpSpPr>
      <p:grpSpPr>
        <a:xfrm>
          <a:off x="0" y="0"/>
          <a:ext cx="0" cy="0"/>
          <a:chOff x="0" y="0"/>
          <a:chExt cx="0" cy="0"/>
        </a:xfrm>
      </p:grpSpPr>
      <p:sp>
        <p:nvSpPr>
          <p:cNvPr id="2" name="Shape 0"/>
          <p:cNvSpPr/>
          <p:nvPr/>
        </p:nvSpPr>
        <p:spPr>
          <a:xfrm>
            <a:off x="0" y="0"/>
            <a:ext cx="12188952" cy="822960"/>
          </a:xfrm>
          <a:prstGeom prst="rect">
            <a:avLst/>
          </a:prstGeom>
          <a:solidFill>
            <a:srgbClr val="D64550"/>
          </a:solidFill>
          <a:ln/>
        </p:spPr>
      </p:sp>
      <p:sp>
        <p:nvSpPr>
          <p:cNvPr id="3" name="Text 1"/>
          <p:cNvSpPr/>
          <p:nvPr/>
        </p:nvSpPr>
        <p:spPr>
          <a:xfrm>
            <a:off x="502920" y="109728"/>
            <a:ext cx="9262872" cy="603504"/>
          </a:xfrm>
          <a:prstGeom prst="rect">
            <a:avLst/>
          </a:prstGeom>
          <a:noFill/>
          <a:ln/>
        </p:spPr>
        <p:txBody>
          <a:bodyPr wrap="square" lIns="0" tIns="0" rIns="0" bIns="0" rtlCol="0" anchor="ctr"/>
          <a:lstStyle/>
          <a:p>
            <a:pPr indent="0" marL="0">
              <a:buNone/>
            </a:pPr>
            <a:r>
              <a:rPr lang="en-US" sz="2600" b="1" dirty="0">
                <a:solidFill>
                  <a:srgbClr val="FFFFFF"/>
                </a:solidFill>
                <a:latin typeface="Bricolage Grotesque" pitchFamily="34" charset="0"/>
                <a:ea typeface="Bricolage Grotesque" pitchFamily="34" charset="-122"/>
                <a:cs typeface="Bricolage Grotesque" pitchFamily="34" charset="-120"/>
              </a:rPr>
              <a:t>¿Adónde vas?</a:t>
            </a:r>
            <a:endParaRPr lang="en-US" sz="2600" dirty="0"/>
          </a:p>
        </p:txBody>
      </p:sp>
      <p:sp>
        <p:nvSpPr>
          <p:cNvPr id="4" name="Text 2"/>
          <p:cNvSpPr/>
          <p:nvPr/>
        </p:nvSpPr>
        <p:spPr>
          <a:xfrm>
            <a:off x="8622792" y="182880"/>
            <a:ext cx="3063240" cy="457200"/>
          </a:xfrm>
          <a:prstGeom prst="rect">
            <a:avLst/>
          </a:prstGeom>
          <a:noFill/>
          <a:ln/>
        </p:spPr>
        <p:txBody>
          <a:bodyPr wrap="square" lIns="0" tIns="0" rIns="0" bIns="0" rtlCol="0" anchor="ctr"/>
          <a:lstStyle/>
          <a:p>
            <a:pPr algn="r" indent="0" marL="0">
              <a:buNone/>
            </a:pPr>
            <a:r>
              <a:rPr lang="en-US" sz="1200" dirty="0">
                <a:solidFill>
                  <a:srgbClr val="FFFFFF"/>
                </a:solidFill>
                <a:latin typeface="Inter" pitchFamily="34" charset="0"/>
                <a:ea typeface="Inter" pitchFamily="34" charset="-122"/>
                <a:cs typeface="Inter" pitchFamily="34" charset="-120"/>
              </a:rPr>
              <a:t>bestemmingen</a:t>
            </a:r>
            <a:endParaRPr lang="en-US" sz="1200" dirty="0"/>
          </a:p>
        </p:txBody>
      </p:sp>
      <p:sp>
        <p:nvSpPr>
          <p:cNvPr id="5" name="Shape 3"/>
          <p:cNvSpPr/>
          <p:nvPr/>
        </p:nvSpPr>
        <p:spPr>
          <a:xfrm>
            <a:off x="640080" y="1188720"/>
            <a:ext cx="5362956" cy="731520"/>
          </a:xfrm>
          <a:prstGeom prst="roundRect">
            <a:avLst>
              <a:gd name="adj" fmla="val 11250"/>
            </a:avLst>
          </a:prstGeom>
          <a:solidFill>
            <a:srgbClr val="F3EEE4"/>
          </a:solidFill>
          <a:ln w="12700">
            <a:solidFill>
              <a:srgbClr val="F3EEE4"/>
            </a:solidFill>
            <a:prstDash val="solid"/>
          </a:ln>
        </p:spPr>
      </p:sp>
      <p:sp>
        <p:nvSpPr>
          <p:cNvPr id="6" name="Text 4"/>
          <p:cNvSpPr/>
          <p:nvPr/>
        </p:nvSpPr>
        <p:spPr>
          <a:xfrm>
            <a:off x="868680" y="1261872"/>
            <a:ext cx="4905756" cy="329184"/>
          </a:xfrm>
          <a:prstGeom prst="rect">
            <a:avLst/>
          </a:prstGeom>
          <a:noFill/>
          <a:ln/>
        </p:spPr>
        <p:txBody>
          <a:bodyPr wrap="square" lIns="0" tIns="0" rIns="0" bIns="0" rtlCol="0" anchor="ctr"/>
          <a:lstStyle/>
          <a:p>
            <a:pPr indent="0" marL="0">
              <a:buNone/>
            </a:pPr>
            <a:r>
              <a:rPr lang="en-US" sz="1550" b="1" dirty="0">
                <a:solidFill>
                  <a:srgbClr val="20242E"/>
                </a:solidFill>
                <a:latin typeface="Bricolage Grotesque" pitchFamily="34" charset="0"/>
                <a:ea typeface="Bricolage Grotesque" pitchFamily="34" charset="-122"/>
                <a:cs typeface="Bricolage Grotesque" pitchFamily="34" charset="-120"/>
              </a:rPr>
              <a:t>a la playa</a:t>
            </a:r>
            <a:endParaRPr lang="en-US" sz="1550" dirty="0"/>
          </a:p>
        </p:txBody>
      </p:sp>
      <p:sp>
        <p:nvSpPr>
          <p:cNvPr id="7" name="Text 5"/>
          <p:cNvSpPr/>
          <p:nvPr/>
        </p:nvSpPr>
        <p:spPr>
          <a:xfrm>
            <a:off x="868680" y="1591056"/>
            <a:ext cx="4905756" cy="292608"/>
          </a:xfrm>
          <a:prstGeom prst="rect">
            <a:avLst/>
          </a:prstGeom>
          <a:noFill/>
          <a:ln/>
        </p:spPr>
        <p:txBody>
          <a:bodyPr wrap="square" lIns="0" tIns="0" rIns="0" bIns="0" rtlCol="0" anchor="ctr"/>
          <a:lstStyle/>
          <a:p>
            <a:pPr indent="0" marL="0">
              <a:buNone/>
            </a:pPr>
            <a:r>
              <a:rPr lang="en-US" sz="1250" dirty="0">
                <a:solidFill>
                  <a:srgbClr val="6A6E78"/>
                </a:solidFill>
                <a:latin typeface="Inter" pitchFamily="34" charset="0"/>
                <a:ea typeface="Inter" pitchFamily="34" charset="-122"/>
                <a:cs typeface="Inter" pitchFamily="34" charset="-120"/>
              </a:rPr>
              <a:t>naar het strand</a:t>
            </a:r>
            <a:endParaRPr lang="en-US" sz="1250" dirty="0"/>
          </a:p>
        </p:txBody>
      </p:sp>
      <p:sp>
        <p:nvSpPr>
          <p:cNvPr id="8" name="Shape 6"/>
          <p:cNvSpPr/>
          <p:nvPr/>
        </p:nvSpPr>
        <p:spPr>
          <a:xfrm>
            <a:off x="6185916" y="1188720"/>
            <a:ext cx="5362956" cy="731520"/>
          </a:xfrm>
          <a:prstGeom prst="roundRect">
            <a:avLst>
              <a:gd name="adj" fmla="val 11250"/>
            </a:avLst>
          </a:prstGeom>
          <a:solidFill>
            <a:srgbClr val="F3EEE4"/>
          </a:solidFill>
          <a:ln w="12700">
            <a:solidFill>
              <a:srgbClr val="F3EEE4"/>
            </a:solidFill>
            <a:prstDash val="solid"/>
          </a:ln>
        </p:spPr>
      </p:sp>
      <p:sp>
        <p:nvSpPr>
          <p:cNvPr id="9" name="Text 7"/>
          <p:cNvSpPr/>
          <p:nvPr/>
        </p:nvSpPr>
        <p:spPr>
          <a:xfrm>
            <a:off x="6414516" y="1261872"/>
            <a:ext cx="4905756" cy="329184"/>
          </a:xfrm>
          <a:prstGeom prst="rect">
            <a:avLst/>
          </a:prstGeom>
          <a:noFill/>
          <a:ln/>
        </p:spPr>
        <p:txBody>
          <a:bodyPr wrap="square" lIns="0" tIns="0" rIns="0" bIns="0" rtlCol="0" anchor="ctr"/>
          <a:lstStyle/>
          <a:p>
            <a:pPr indent="0" marL="0">
              <a:buNone/>
            </a:pPr>
            <a:r>
              <a:rPr lang="en-US" sz="1550" b="1" dirty="0">
                <a:solidFill>
                  <a:srgbClr val="20242E"/>
                </a:solidFill>
                <a:latin typeface="Bricolage Grotesque" pitchFamily="34" charset="0"/>
                <a:ea typeface="Bricolage Grotesque" pitchFamily="34" charset="-122"/>
                <a:cs typeface="Bricolage Grotesque" pitchFamily="34" charset="-120"/>
              </a:rPr>
              <a:t>a la montaña</a:t>
            </a:r>
            <a:endParaRPr lang="en-US" sz="1550" dirty="0"/>
          </a:p>
        </p:txBody>
      </p:sp>
      <p:sp>
        <p:nvSpPr>
          <p:cNvPr id="10" name="Text 8"/>
          <p:cNvSpPr/>
          <p:nvPr/>
        </p:nvSpPr>
        <p:spPr>
          <a:xfrm>
            <a:off x="6414516" y="1591056"/>
            <a:ext cx="4905756" cy="292608"/>
          </a:xfrm>
          <a:prstGeom prst="rect">
            <a:avLst/>
          </a:prstGeom>
          <a:noFill/>
          <a:ln/>
        </p:spPr>
        <p:txBody>
          <a:bodyPr wrap="square" lIns="0" tIns="0" rIns="0" bIns="0" rtlCol="0" anchor="ctr"/>
          <a:lstStyle/>
          <a:p>
            <a:pPr indent="0" marL="0">
              <a:buNone/>
            </a:pPr>
            <a:r>
              <a:rPr lang="en-US" sz="1250" dirty="0">
                <a:solidFill>
                  <a:srgbClr val="6A6E78"/>
                </a:solidFill>
                <a:latin typeface="Inter" pitchFamily="34" charset="0"/>
                <a:ea typeface="Inter" pitchFamily="34" charset="-122"/>
                <a:cs typeface="Inter" pitchFamily="34" charset="-120"/>
              </a:rPr>
              <a:t>naar de bergen</a:t>
            </a:r>
            <a:endParaRPr lang="en-US" sz="1250" dirty="0"/>
          </a:p>
        </p:txBody>
      </p:sp>
      <p:sp>
        <p:nvSpPr>
          <p:cNvPr id="11" name="Shape 9"/>
          <p:cNvSpPr/>
          <p:nvPr/>
        </p:nvSpPr>
        <p:spPr>
          <a:xfrm>
            <a:off x="640080" y="2057400"/>
            <a:ext cx="5362956" cy="731520"/>
          </a:xfrm>
          <a:prstGeom prst="roundRect">
            <a:avLst>
              <a:gd name="adj" fmla="val 11250"/>
            </a:avLst>
          </a:prstGeom>
          <a:solidFill>
            <a:srgbClr val="F3EEE4"/>
          </a:solidFill>
          <a:ln w="12700">
            <a:solidFill>
              <a:srgbClr val="F3EEE4"/>
            </a:solidFill>
            <a:prstDash val="solid"/>
          </a:ln>
        </p:spPr>
      </p:sp>
      <p:sp>
        <p:nvSpPr>
          <p:cNvPr id="12" name="Text 10"/>
          <p:cNvSpPr/>
          <p:nvPr/>
        </p:nvSpPr>
        <p:spPr>
          <a:xfrm>
            <a:off x="868680" y="2130552"/>
            <a:ext cx="4905756" cy="329184"/>
          </a:xfrm>
          <a:prstGeom prst="rect">
            <a:avLst/>
          </a:prstGeom>
          <a:noFill/>
          <a:ln/>
        </p:spPr>
        <p:txBody>
          <a:bodyPr wrap="square" lIns="0" tIns="0" rIns="0" bIns="0" rtlCol="0" anchor="ctr"/>
          <a:lstStyle/>
          <a:p>
            <a:pPr indent="0" marL="0">
              <a:buNone/>
            </a:pPr>
            <a:r>
              <a:rPr lang="en-US" sz="1550" b="1" dirty="0">
                <a:solidFill>
                  <a:srgbClr val="20242E"/>
                </a:solidFill>
                <a:latin typeface="Bricolage Grotesque" pitchFamily="34" charset="0"/>
                <a:ea typeface="Bricolage Grotesque" pitchFamily="34" charset="-122"/>
                <a:cs typeface="Bricolage Grotesque" pitchFamily="34" charset="-120"/>
              </a:rPr>
              <a:t>al mar</a:t>
            </a:r>
            <a:endParaRPr lang="en-US" sz="1550" dirty="0"/>
          </a:p>
        </p:txBody>
      </p:sp>
      <p:sp>
        <p:nvSpPr>
          <p:cNvPr id="13" name="Text 11"/>
          <p:cNvSpPr/>
          <p:nvPr/>
        </p:nvSpPr>
        <p:spPr>
          <a:xfrm>
            <a:off x="868680" y="2459736"/>
            <a:ext cx="4905756" cy="292608"/>
          </a:xfrm>
          <a:prstGeom prst="rect">
            <a:avLst/>
          </a:prstGeom>
          <a:noFill/>
          <a:ln/>
        </p:spPr>
        <p:txBody>
          <a:bodyPr wrap="square" lIns="0" tIns="0" rIns="0" bIns="0" rtlCol="0" anchor="ctr"/>
          <a:lstStyle/>
          <a:p>
            <a:pPr indent="0" marL="0">
              <a:buNone/>
            </a:pPr>
            <a:r>
              <a:rPr lang="en-US" sz="1250" dirty="0">
                <a:solidFill>
                  <a:srgbClr val="6A6E78"/>
                </a:solidFill>
                <a:latin typeface="Inter" pitchFamily="34" charset="0"/>
                <a:ea typeface="Inter" pitchFamily="34" charset="-122"/>
                <a:cs typeface="Inter" pitchFamily="34" charset="-120"/>
              </a:rPr>
              <a:t>naar de zee</a:t>
            </a:r>
            <a:endParaRPr lang="en-US" sz="1250" dirty="0"/>
          </a:p>
        </p:txBody>
      </p:sp>
      <p:sp>
        <p:nvSpPr>
          <p:cNvPr id="14" name="Shape 12"/>
          <p:cNvSpPr/>
          <p:nvPr/>
        </p:nvSpPr>
        <p:spPr>
          <a:xfrm>
            <a:off x="6185916" y="2057400"/>
            <a:ext cx="5362956" cy="731520"/>
          </a:xfrm>
          <a:prstGeom prst="roundRect">
            <a:avLst>
              <a:gd name="adj" fmla="val 11250"/>
            </a:avLst>
          </a:prstGeom>
          <a:solidFill>
            <a:srgbClr val="F3EEE4"/>
          </a:solidFill>
          <a:ln w="12700">
            <a:solidFill>
              <a:srgbClr val="F3EEE4"/>
            </a:solidFill>
            <a:prstDash val="solid"/>
          </a:ln>
        </p:spPr>
      </p:sp>
      <p:sp>
        <p:nvSpPr>
          <p:cNvPr id="15" name="Text 13"/>
          <p:cNvSpPr/>
          <p:nvPr/>
        </p:nvSpPr>
        <p:spPr>
          <a:xfrm>
            <a:off x="6414516" y="2130552"/>
            <a:ext cx="4905756" cy="329184"/>
          </a:xfrm>
          <a:prstGeom prst="rect">
            <a:avLst/>
          </a:prstGeom>
          <a:noFill/>
          <a:ln/>
        </p:spPr>
        <p:txBody>
          <a:bodyPr wrap="square" lIns="0" tIns="0" rIns="0" bIns="0" rtlCol="0" anchor="ctr"/>
          <a:lstStyle/>
          <a:p>
            <a:pPr indent="0" marL="0">
              <a:buNone/>
            </a:pPr>
            <a:r>
              <a:rPr lang="en-US" sz="1550" b="1" dirty="0">
                <a:solidFill>
                  <a:srgbClr val="20242E"/>
                </a:solidFill>
                <a:latin typeface="Bricolage Grotesque" pitchFamily="34" charset="0"/>
                <a:ea typeface="Bricolage Grotesque" pitchFamily="34" charset="-122"/>
                <a:cs typeface="Bricolage Grotesque" pitchFamily="34" charset="-120"/>
              </a:rPr>
              <a:t>a una isla</a:t>
            </a:r>
            <a:endParaRPr lang="en-US" sz="1550" dirty="0"/>
          </a:p>
        </p:txBody>
      </p:sp>
      <p:sp>
        <p:nvSpPr>
          <p:cNvPr id="16" name="Text 14"/>
          <p:cNvSpPr/>
          <p:nvPr/>
        </p:nvSpPr>
        <p:spPr>
          <a:xfrm>
            <a:off x="6414516" y="2459736"/>
            <a:ext cx="4905756" cy="292608"/>
          </a:xfrm>
          <a:prstGeom prst="rect">
            <a:avLst/>
          </a:prstGeom>
          <a:noFill/>
          <a:ln/>
        </p:spPr>
        <p:txBody>
          <a:bodyPr wrap="square" lIns="0" tIns="0" rIns="0" bIns="0" rtlCol="0" anchor="ctr"/>
          <a:lstStyle/>
          <a:p>
            <a:pPr indent="0" marL="0">
              <a:buNone/>
            </a:pPr>
            <a:r>
              <a:rPr lang="en-US" sz="1250" dirty="0">
                <a:solidFill>
                  <a:srgbClr val="6A6E78"/>
                </a:solidFill>
                <a:latin typeface="Inter" pitchFamily="34" charset="0"/>
                <a:ea typeface="Inter" pitchFamily="34" charset="-122"/>
                <a:cs typeface="Inter" pitchFamily="34" charset="-120"/>
              </a:rPr>
              <a:t>naar een eiland</a:t>
            </a:r>
            <a:endParaRPr lang="en-US" sz="1250" dirty="0"/>
          </a:p>
        </p:txBody>
      </p:sp>
      <p:sp>
        <p:nvSpPr>
          <p:cNvPr id="17" name="Shape 15"/>
          <p:cNvSpPr/>
          <p:nvPr/>
        </p:nvSpPr>
        <p:spPr>
          <a:xfrm>
            <a:off x="640080" y="2926080"/>
            <a:ext cx="5362956" cy="731520"/>
          </a:xfrm>
          <a:prstGeom prst="roundRect">
            <a:avLst>
              <a:gd name="adj" fmla="val 11250"/>
            </a:avLst>
          </a:prstGeom>
          <a:solidFill>
            <a:srgbClr val="F3EEE4"/>
          </a:solidFill>
          <a:ln w="12700">
            <a:solidFill>
              <a:srgbClr val="F3EEE4"/>
            </a:solidFill>
            <a:prstDash val="solid"/>
          </a:ln>
        </p:spPr>
      </p:sp>
      <p:sp>
        <p:nvSpPr>
          <p:cNvPr id="18" name="Text 16"/>
          <p:cNvSpPr/>
          <p:nvPr/>
        </p:nvSpPr>
        <p:spPr>
          <a:xfrm>
            <a:off x="868680" y="2999232"/>
            <a:ext cx="4905756" cy="329184"/>
          </a:xfrm>
          <a:prstGeom prst="rect">
            <a:avLst/>
          </a:prstGeom>
          <a:noFill/>
          <a:ln/>
        </p:spPr>
        <p:txBody>
          <a:bodyPr wrap="square" lIns="0" tIns="0" rIns="0" bIns="0" rtlCol="0" anchor="ctr"/>
          <a:lstStyle/>
          <a:p>
            <a:pPr indent="0" marL="0">
              <a:buNone/>
            </a:pPr>
            <a:r>
              <a:rPr lang="en-US" sz="1550" b="1" dirty="0">
                <a:solidFill>
                  <a:srgbClr val="20242E"/>
                </a:solidFill>
                <a:latin typeface="Bricolage Grotesque" pitchFamily="34" charset="0"/>
                <a:ea typeface="Bricolage Grotesque" pitchFamily="34" charset="-122"/>
                <a:cs typeface="Bricolage Grotesque" pitchFamily="34" charset="-120"/>
              </a:rPr>
              <a:t>a la ciudad</a:t>
            </a:r>
            <a:endParaRPr lang="en-US" sz="1550" dirty="0"/>
          </a:p>
        </p:txBody>
      </p:sp>
      <p:sp>
        <p:nvSpPr>
          <p:cNvPr id="19" name="Text 17"/>
          <p:cNvSpPr/>
          <p:nvPr/>
        </p:nvSpPr>
        <p:spPr>
          <a:xfrm>
            <a:off x="868680" y="3328416"/>
            <a:ext cx="4905756" cy="292608"/>
          </a:xfrm>
          <a:prstGeom prst="rect">
            <a:avLst/>
          </a:prstGeom>
          <a:noFill/>
          <a:ln/>
        </p:spPr>
        <p:txBody>
          <a:bodyPr wrap="square" lIns="0" tIns="0" rIns="0" bIns="0" rtlCol="0" anchor="ctr"/>
          <a:lstStyle/>
          <a:p>
            <a:pPr indent="0" marL="0">
              <a:buNone/>
            </a:pPr>
            <a:r>
              <a:rPr lang="en-US" sz="1250" dirty="0">
                <a:solidFill>
                  <a:srgbClr val="6A6E78"/>
                </a:solidFill>
                <a:latin typeface="Inter" pitchFamily="34" charset="0"/>
                <a:ea typeface="Inter" pitchFamily="34" charset="-122"/>
                <a:cs typeface="Inter" pitchFamily="34" charset="-120"/>
              </a:rPr>
              <a:t>naar de stad</a:t>
            </a:r>
            <a:endParaRPr lang="en-US" sz="1250" dirty="0"/>
          </a:p>
        </p:txBody>
      </p:sp>
      <p:sp>
        <p:nvSpPr>
          <p:cNvPr id="20" name="Shape 18"/>
          <p:cNvSpPr/>
          <p:nvPr/>
        </p:nvSpPr>
        <p:spPr>
          <a:xfrm>
            <a:off x="6185916" y="2926080"/>
            <a:ext cx="5362956" cy="731520"/>
          </a:xfrm>
          <a:prstGeom prst="roundRect">
            <a:avLst>
              <a:gd name="adj" fmla="val 11250"/>
            </a:avLst>
          </a:prstGeom>
          <a:solidFill>
            <a:srgbClr val="F3EEE4"/>
          </a:solidFill>
          <a:ln w="12700">
            <a:solidFill>
              <a:srgbClr val="F3EEE4"/>
            </a:solidFill>
            <a:prstDash val="solid"/>
          </a:ln>
        </p:spPr>
      </p:sp>
      <p:sp>
        <p:nvSpPr>
          <p:cNvPr id="21" name="Text 19"/>
          <p:cNvSpPr/>
          <p:nvPr/>
        </p:nvSpPr>
        <p:spPr>
          <a:xfrm>
            <a:off x="6414516" y="2999232"/>
            <a:ext cx="4905756" cy="329184"/>
          </a:xfrm>
          <a:prstGeom prst="rect">
            <a:avLst/>
          </a:prstGeom>
          <a:noFill/>
          <a:ln/>
        </p:spPr>
        <p:txBody>
          <a:bodyPr wrap="square" lIns="0" tIns="0" rIns="0" bIns="0" rtlCol="0" anchor="ctr"/>
          <a:lstStyle/>
          <a:p>
            <a:pPr indent="0" marL="0">
              <a:buNone/>
            </a:pPr>
            <a:r>
              <a:rPr lang="en-US" sz="1550" b="1" dirty="0">
                <a:solidFill>
                  <a:srgbClr val="20242E"/>
                </a:solidFill>
                <a:latin typeface="Bricolage Grotesque" pitchFamily="34" charset="0"/>
                <a:ea typeface="Bricolage Grotesque" pitchFamily="34" charset="-122"/>
                <a:cs typeface="Bricolage Grotesque" pitchFamily="34" charset="-120"/>
              </a:rPr>
              <a:t>al pueblo</a:t>
            </a:r>
            <a:endParaRPr lang="en-US" sz="1550" dirty="0"/>
          </a:p>
        </p:txBody>
      </p:sp>
      <p:sp>
        <p:nvSpPr>
          <p:cNvPr id="22" name="Text 20"/>
          <p:cNvSpPr/>
          <p:nvPr/>
        </p:nvSpPr>
        <p:spPr>
          <a:xfrm>
            <a:off x="6414516" y="3328416"/>
            <a:ext cx="4905756" cy="292608"/>
          </a:xfrm>
          <a:prstGeom prst="rect">
            <a:avLst/>
          </a:prstGeom>
          <a:noFill/>
          <a:ln/>
        </p:spPr>
        <p:txBody>
          <a:bodyPr wrap="square" lIns="0" tIns="0" rIns="0" bIns="0" rtlCol="0" anchor="ctr"/>
          <a:lstStyle/>
          <a:p>
            <a:pPr indent="0" marL="0">
              <a:buNone/>
            </a:pPr>
            <a:r>
              <a:rPr lang="en-US" sz="1250" dirty="0">
                <a:solidFill>
                  <a:srgbClr val="6A6E78"/>
                </a:solidFill>
                <a:latin typeface="Inter" pitchFamily="34" charset="0"/>
                <a:ea typeface="Inter" pitchFamily="34" charset="-122"/>
                <a:cs typeface="Inter" pitchFamily="34" charset="-120"/>
              </a:rPr>
              <a:t>naar het dorp</a:t>
            </a:r>
            <a:endParaRPr lang="en-US" sz="12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CFBF8"/>
        </a:solidFill>
      </p:bgPr>
    </p:bg>
    <p:spTree>
      <p:nvGrpSpPr>
        <p:cNvPr id="1" name=""/>
        <p:cNvGrpSpPr/>
        <p:nvPr/>
      </p:nvGrpSpPr>
      <p:grpSpPr>
        <a:xfrm>
          <a:off x="0" y="0"/>
          <a:ext cx="0" cy="0"/>
          <a:chOff x="0" y="0"/>
          <a:chExt cx="0" cy="0"/>
        </a:xfrm>
      </p:grpSpPr>
      <p:sp>
        <p:nvSpPr>
          <p:cNvPr id="2" name="Shape 0"/>
          <p:cNvSpPr/>
          <p:nvPr/>
        </p:nvSpPr>
        <p:spPr>
          <a:xfrm>
            <a:off x="0" y="0"/>
            <a:ext cx="12188952" cy="822960"/>
          </a:xfrm>
          <a:prstGeom prst="rect">
            <a:avLst/>
          </a:prstGeom>
          <a:solidFill>
            <a:srgbClr val="D64550"/>
          </a:solidFill>
          <a:ln/>
        </p:spPr>
      </p:sp>
      <p:sp>
        <p:nvSpPr>
          <p:cNvPr id="3" name="Text 1"/>
          <p:cNvSpPr/>
          <p:nvPr/>
        </p:nvSpPr>
        <p:spPr>
          <a:xfrm>
            <a:off x="502920" y="109728"/>
            <a:ext cx="9262872" cy="603504"/>
          </a:xfrm>
          <a:prstGeom prst="rect">
            <a:avLst/>
          </a:prstGeom>
          <a:noFill/>
          <a:ln/>
        </p:spPr>
        <p:txBody>
          <a:bodyPr wrap="square" lIns="0" tIns="0" rIns="0" bIns="0" rtlCol="0" anchor="ctr"/>
          <a:lstStyle/>
          <a:p>
            <a:pPr indent="0" marL="0">
              <a:buNone/>
            </a:pPr>
            <a:r>
              <a:rPr lang="en-US" sz="2600" b="1" dirty="0">
                <a:solidFill>
                  <a:srgbClr val="FFFFFF"/>
                </a:solidFill>
                <a:latin typeface="Bricolage Grotesque" pitchFamily="34" charset="0"/>
                <a:ea typeface="Bricolage Grotesque" pitchFamily="34" charset="-122"/>
                <a:cs typeface="Bricolage Grotesque" pitchFamily="34" charset="-120"/>
              </a:rPr>
              <a:t>¿Con qué frecuencia?</a:t>
            </a:r>
            <a:endParaRPr lang="en-US" sz="2600" dirty="0"/>
          </a:p>
        </p:txBody>
      </p:sp>
      <p:sp>
        <p:nvSpPr>
          <p:cNvPr id="4" name="Text 2"/>
          <p:cNvSpPr/>
          <p:nvPr/>
        </p:nvSpPr>
        <p:spPr>
          <a:xfrm>
            <a:off x="8622792" y="182880"/>
            <a:ext cx="3063240" cy="457200"/>
          </a:xfrm>
          <a:prstGeom prst="rect">
            <a:avLst/>
          </a:prstGeom>
          <a:noFill/>
          <a:ln/>
        </p:spPr>
        <p:txBody>
          <a:bodyPr wrap="square" lIns="0" tIns="0" rIns="0" bIns="0" rtlCol="0" anchor="ctr"/>
          <a:lstStyle/>
          <a:p>
            <a:pPr algn="r" indent="0" marL="0">
              <a:buNone/>
            </a:pPr>
            <a:r>
              <a:rPr lang="en-US" sz="1200" dirty="0">
                <a:solidFill>
                  <a:srgbClr val="FFFFFF"/>
                </a:solidFill>
                <a:latin typeface="Inter" pitchFamily="34" charset="0"/>
                <a:ea typeface="Inter" pitchFamily="34" charset="-122"/>
                <a:cs typeface="Inter" pitchFamily="34" charset="-120"/>
              </a:rPr>
              <a:t>hoe vaak</a:t>
            </a:r>
            <a:endParaRPr lang="en-US" sz="1200" dirty="0"/>
          </a:p>
        </p:txBody>
      </p:sp>
      <p:sp>
        <p:nvSpPr>
          <p:cNvPr id="5" name="Shape 3"/>
          <p:cNvSpPr/>
          <p:nvPr/>
        </p:nvSpPr>
        <p:spPr>
          <a:xfrm>
            <a:off x="640080" y="1188720"/>
            <a:ext cx="5362956" cy="731520"/>
          </a:xfrm>
          <a:prstGeom prst="roundRect">
            <a:avLst>
              <a:gd name="adj" fmla="val 11250"/>
            </a:avLst>
          </a:prstGeom>
          <a:solidFill>
            <a:srgbClr val="F3EEE4"/>
          </a:solidFill>
          <a:ln w="12700">
            <a:solidFill>
              <a:srgbClr val="F3EEE4"/>
            </a:solidFill>
            <a:prstDash val="solid"/>
          </a:ln>
        </p:spPr>
      </p:sp>
      <p:sp>
        <p:nvSpPr>
          <p:cNvPr id="6" name="Text 4"/>
          <p:cNvSpPr/>
          <p:nvPr/>
        </p:nvSpPr>
        <p:spPr>
          <a:xfrm>
            <a:off x="868680" y="1261872"/>
            <a:ext cx="4905756" cy="329184"/>
          </a:xfrm>
          <a:prstGeom prst="rect">
            <a:avLst/>
          </a:prstGeom>
          <a:noFill/>
          <a:ln/>
        </p:spPr>
        <p:txBody>
          <a:bodyPr wrap="square" lIns="0" tIns="0" rIns="0" bIns="0" rtlCol="0" anchor="ctr"/>
          <a:lstStyle/>
          <a:p>
            <a:pPr indent="0" marL="0">
              <a:buNone/>
            </a:pPr>
            <a:r>
              <a:rPr lang="en-US" sz="1550" b="1" dirty="0">
                <a:solidFill>
                  <a:srgbClr val="20242E"/>
                </a:solidFill>
                <a:latin typeface="Bricolage Grotesque" pitchFamily="34" charset="0"/>
                <a:ea typeface="Bricolage Grotesque" pitchFamily="34" charset="-122"/>
                <a:cs typeface="Bricolage Grotesque" pitchFamily="34" charset="-120"/>
              </a:rPr>
              <a:t>siempre</a:t>
            </a:r>
            <a:endParaRPr lang="en-US" sz="1550" dirty="0"/>
          </a:p>
        </p:txBody>
      </p:sp>
      <p:sp>
        <p:nvSpPr>
          <p:cNvPr id="7" name="Text 5"/>
          <p:cNvSpPr/>
          <p:nvPr/>
        </p:nvSpPr>
        <p:spPr>
          <a:xfrm>
            <a:off x="868680" y="1591056"/>
            <a:ext cx="4905756" cy="292608"/>
          </a:xfrm>
          <a:prstGeom prst="rect">
            <a:avLst/>
          </a:prstGeom>
          <a:noFill/>
          <a:ln/>
        </p:spPr>
        <p:txBody>
          <a:bodyPr wrap="square" lIns="0" tIns="0" rIns="0" bIns="0" rtlCol="0" anchor="ctr"/>
          <a:lstStyle/>
          <a:p>
            <a:pPr indent="0" marL="0">
              <a:buNone/>
            </a:pPr>
            <a:r>
              <a:rPr lang="en-US" sz="1250" dirty="0">
                <a:solidFill>
                  <a:srgbClr val="6A6E78"/>
                </a:solidFill>
                <a:latin typeface="Inter" pitchFamily="34" charset="0"/>
                <a:ea typeface="Inter" pitchFamily="34" charset="-122"/>
                <a:cs typeface="Inter" pitchFamily="34" charset="-120"/>
              </a:rPr>
              <a:t>altijd</a:t>
            </a:r>
            <a:endParaRPr lang="en-US" sz="1250" dirty="0"/>
          </a:p>
        </p:txBody>
      </p:sp>
      <p:sp>
        <p:nvSpPr>
          <p:cNvPr id="8" name="Shape 6"/>
          <p:cNvSpPr/>
          <p:nvPr/>
        </p:nvSpPr>
        <p:spPr>
          <a:xfrm>
            <a:off x="6185916" y="1188720"/>
            <a:ext cx="5362956" cy="731520"/>
          </a:xfrm>
          <a:prstGeom prst="roundRect">
            <a:avLst>
              <a:gd name="adj" fmla="val 11250"/>
            </a:avLst>
          </a:prstGeom>
          <a:solidFill>
            <a:srgbClr val="F3EEE4"/>
          </a:solidFill>
          <a:ln w="12700">
            <a:solidFill>
              <a:srgbClr val="F3EEE4"/>
            </a:solidFill>
            <a:prstDash val="solid"/>
          </a:ln>
        </p:spPr>
      </p:sp>
      <p:sp>
        <p:nvSpPr>
          <p:cNvPr id="9" name="Text 7"/>
          <p:cNvSpPr/>
          <p:nvPr/>
        </p:nvSpPr>
        <p:spPr>
          <a:xfrm>
            <a:off x="6414516" y="1261872"/>
            <a:ext cx="4905756" cy="329184"/>
          </a:xfrm>
          <a:prstGeom prst="rect">
            <a:avLst/>
          </a:prstGeom>
          <a:noFill/>
          <a:ln/>
        </p:spPr>
        <p:txBody>
          <a:bodyPr wrap="square" lIns="0" tIns="0" rIns="0" bIns="0" rtlCol="0" anchor="ctr"/>
          <a:lstStyle/>
          <a:p>
            <a:pPr indent="0" marL="0">
              <a:buNone/>
            </a:pPr>
            <a:r>
              <a:rPr lang="en-US" sz="1550" b="1" dirty="0">
                <a:solidFill>
                  <a:srgbClr val="20242E"/>
                </a:solidFill>
                <a:latin typeface="Bricolage Grotesque" pitchFamily="34" charset="0"/>
                <a:ea typeface="Bricolage Grotesque" pitchFamily="34" charset="-122"/>
                <a:cs typeface="Bricolage Grotesque" pitchFamily="34" charset="-120"/>
              </a:rPr>
              <a:t>a menudo</a:t>
            </a:r>
            <a:endParaRPr lang="en-US" sz="1550" dirty="0"/>
          </a:p>
        </p:txBody>
      </p:sp>
      <p:sp>
        <p:nvSpPr>
          <p:cNvPr id="10" name="Text 8"/>
          <p:cNvSpPr/>
          <p:nvPr/>
        </p:nvSpPr>
        <p:spPr>
          <a:xfrm>
            <a:off x="6414516" y="1591056"/>
            <a:ext cx="4905756" cy="292608"/>
          </a:xfrm>
          <a:prstGeom prst="rect">
            <a:avLst/>
          </a:prstGeom>
          <a:noFill/>
          <a:ln/>
        </p:spPr>
        <p:txBody>
          <a:bodyPr wrap="square" lIns="0" tIns="0" rIns="0" bIns="0" rtlCol="0" anchor="ctr"/>
          <a:lstStyle/>
          <a:p>
            <a:pPr indent="0" marL="0">
              <a:buNone/>
            </a:pPr>
            <a:r>
              <a:rPr lang="en-US" sz="1250" dirty="0">
                <a:solidFill>
                  <a:srgbClr val="6A6E78"/>
                </a:solidFill>
                <a:latin typeface="Inter" pitchFamily="34" charset="0"/>
                <a:ea typeface="Inter" pitchFamily="34" charset="-122"/>
                <a:cs typeface="Inter" pitchFamily="34" charset="-120"/>
              </a:rPr>
              <a:t>vaak</a:t>
            </a:r>
            <a:endParaRPr lang="en-US" sz="1250" dirty="0"/>
          </a:p>
        </p:txBody>
      </p:sp>
      <p:sp>
        <p:nvSpPr>
          <p:cNvPr id="11" name="Shape 9"/>
          <p:cNvSpPr/>
          <p:nvPr/>
        </p:nvSpPr>
        <p:spPr>
          <a:xfrm>
            <a:off x="640080" y="2057400"/>
            <a:ext cx="5362956" cy="731520"/>
          </a:xfrm>
          <a:prstGeom prst="roundRect">
            <a:avLst>
              <a:gd name="adj" fmla="val 11250"/>
            </a:avLst>
          </a:prstGeom>
          <a:solidFill>
            <a:srgbClr val="F3EEE4"/>
          </a:solidFill>
          <a:ln w="12700">
            <a:solidFill>
              <a:srgbClr val="F3EEE4"/>
            </a:solidFill>
            <a:prstDash val="solid"/>
          </a:ln>
        </p:spPr>
      </p:sp>
      <p:sp>
        <p:nvSpPr>
          <p:cNvPr id="12" name="Text 10"/>
          <p:cNvSpPr/>
          <p:nvPr/>
        </p:nvSpPr>
        <p:spPr>
          <a:xfrm>
            <a:off x="868680" y="2130552"/>
            <a:ext cx="4905756" cy="329184"/>
          </a:xfrm>
          <a:prstGeom prst="rect">
            <a:avLst/>
          </a:prstGeom>
          <a:noFill/>
          <a:ln/>
        </p:spPr>
        <p:txBody>
          <a:bodyPr wrap="square" lIns="0" tIns="0" rIns="0" bIns="0" rtlCol="0" anchor="ctr"/>
          <a:lstStyle/>
          <a:p>
            <a:pPr indent="0" marL="0">
              <a:buNone/>
            </a:pPr>
            <a:r>
              <a:rPr lang="en-US" sz="1550" b="1" dirty="0">
                <a:solidFill>
                  <a:srgbClr val="20242E"/>
                </a:solidFill>
                <a:latin typeface="Bricolage Grotesque" pitchFamily="34" charset="0"/>
                <a:ea typeface="Bricolage Grotesque" pitchFamily="34" charset="-122"/>
                <a:cs typeface="Bricolage Grotesque" pitchFamily="34" charset="-120"/>
              </a:rPr>
              <a:t>a veces</a:t>
            </a:r>
            <a:endParaRPr lang="en-US" sz="1550" dirty="0"/>
          </a:p>
        </p:txBody>
      </p:sp>
      <p:sp>
        <p:nvSpPr>
          <p:cNvPr id="13" name="Text 11"/>
          <p:cNvSpPr/>
          <p:nvPr/>
        </p:nvSpPr>
        <p:spPr>
          <a:xfrm>
            <a:off x="868680" y="2459736"/>
            <a:ext cx="4905756" cy="292608"/>
          </a:xfrm>
          <a:prstGeom prst="rect">
            <a:avLst/>
          </a:prstGeom>
          <a:noFill/>
          <a:ln/>
        </p:spPr>
        <p:txBody>
          <a:bodyPr wrap="square" lIns="0" tIns="0" rIns="0" bIns="0" rtlCol="0" anchor="ctr"/>
          <a:lstStyle/>
          <a:p>
            <a:pPr indent="0" marL="0">
              <a:buNone/>
            </a:pPr>
            <a:r>
              <a:rPr lang="en-US" sz="1250" dirty="0">
                <a:solidFill>
                  <a:srgbClr val="6A6E78"/>
                </a:solidFill>
                <a:latin typeface="Inter" pitchFamily="34" charset="0"/>
                <a:ea typeface="Inter" pitchFamily="34" charset="-122"/>
                <a:cs typeface="Inter" pitchFamily="34" charset="-120"/>
              </a:rPr>
              <a:t>soms</a:t>
            </a:r>
            <a:endParaRPr lang="en-US" sz="1250" dirty="0"/>
          </a:p>
        </p:txBody>
      </p:sp>
      <p:sp>
        <p:nvSpPr>
          <p:cNvPr id="14" name="Shape 12"/>
          <p:cNvSpPr/>
          <p:nvPr/>
        </p:nvSpPr>
        <p:spPr>
          <a:xfrm>
            <a:off x="6185916" y="2057400"/>
            <a:ext cx="5362956" cy="731520"/>
          </a:xfrm>
          <a:prstGeom prst="roundRect">
            <a:avLst>
              <a:gd name="adj" fmla="val 11250"/>
            </a:avLst>
          </a:prstGeom>
          <a:solidFill>
            <a:srgbClr val="F3EEE4"/>
          </a:solidFill>
          <a:ln w="12700">
            <a:solidFill>
              <a:srgbClr val="F3EEE4"/>
            </a:solidFill>
            <a:prstDash val="solid"/>
          </a:ln>
        </p:spPr>
      </p:sp>
      <p:sp>
        <p:nvSpPr>
          <p:cNvPr id="15" name="Text 13"/>
          <p:cNvSpPr/>
          <p:nvPr/>
        </p:nvSpPr>
        <p:spPr>
          <a:xfrm>
            <a:off x="6414516" y="2130552"/>
            <a:ext cx="4905756" cy="329184"/>
          </a:xfrm>
          <a:prstGeom prst="rect">
            <a:avLst/>
          </a:prstGeom>
          <a:noFill/>
          <a:ln/>
        </p:spPr>
        <p:txBody>
          <a:bodyPr wrap="square" lIns="0" tIns="0" rIns="0" bIns="0" rtlCol="0" anchor="ctr"/>
          <a:lstStyle/>
          <a:p>
            <a:pPr indent="0" marL="0">
              <a:buNone/>
            </a:pPr>
            <a:r>
              <a:rPr lang="en-US" sz="1550" b="1" dirty="0">
                <a:solidFill>
                  <a:srgbClr val="20242E"/>
                </a:solidFill>
                <a:latin typeface="Bricolage Grotesque" pitchFamily="34" charset="0"/>
                <a:ea typeface="Bricolage Grotesque" pitchFamily="34" charset="-122"/>
                <a:cs typeface="Bricolage Grotesque" pitchFamily="34" charset="-120"/>
              </a:rPr>
              <a:t>casi nunca</a:t>
            </a:r>
            <a:endParaRPr lang="en-US" sz="1550" dirty="0"/>
          </a:p>
        </p:txBody>
      </p:sp>
      <p:sp>
        <p:nvSpPr>
          <p:cNvPr id="16" name="Text 14"/>
          <p:cNvSpPr/>
          <p:nvPr/>
        </p:nvSpPr>
        <p:spPr>
          <a:xfrm>
            <a:off x="6414516" y="2459736"/>
            <a:ext cx="4905756" cy="292608"/>
          </a:xfrm>
          <a:prstGeom prst="rect">
            <a:avLst/>
          </a:prstGeom>
          <a:noFill/>
          <a:ln/>
        </p:spPr>
        <p:txBody>
          <a:bodyPr wrap="square" lIns="0" tIns="0" rIns="0" bIns="0" rtlCol="0" anchor="ctr"/>
          <a:lstStyle/>
          <a:p>
            <a:pPr indent="0" marL="0">
              <a:buNone/>
            </a:pPr>
            <a:r>
              <a:rPr lang="en-US" sz="1250" dirty="0">
                <a:solidFill>
                  <a:srgbClr val="6A6E78"/>
                </a:solidFill>
                <a:latin typeface="Inter" pitchFamily="34" charset="0"/>
                <a:ea typeface="Inter" pitchFamily="34" charset="-122"/>
                <a:cs typeface="Inter" pitchFamily="34" charset="-120"/>
              </a:rPr>
              <a:t>bijna nooit</a:t>
            </a:r>
            <a:endParaRPr lang="en-US" sz="1250" dirty="0"/>
          </a:p>
        </p:txBody>
      </p:sp>
      <p:sp>
        <p:nvSpPr>
          <p:cNvPr id="17" name="Shape 15"/>
          <p:cNvSpPr/>
          <p:nvPr/>
        </p:nvSpPr>
        <p:spPr>
          <a:xfrm>
            <a:off x="640080" y="2926080"/>
            <a:ext cx="5362956" cy="731520"/>
          </a:xfrm>
          <a:prstGeom prst="roundRect">
            <a:avLst>
              <a:gd name="adj" fmla="val 11250"/>
            </a:avLst>
          </a:prstGeom>
          <a:solidFill>
            <a:srgbClr val="F3EEE4"/>
          </a:solidFill>
          <a:ln w="12700">
            <a:solidFill>
              <a:srgbClr val="F3EEE4"/>
            </a:solidFill>
            <a:prstDash val="solid"/>
          </a:ln>
        </p:spPr>
      </p:sp>
      <p:sp>
        <p:nvSpPr>
          <p:cNvPr id="18" name="Text 16"/>
          <p:cNvSpPr/>
          <p:nvPr/>
        </p:nvSpPr>
        <p:spPr>
          <a:xfrm>
            <a:off x="868680" y="2999232"/>
            <a:ext cx="4905756" cy="329184"/>
          </a:xfrm>
          <a:prstGeom prst="rect">
            <a:avLst/>
          </a:prstGeom>
          <a:noFill/>
          <a:ln/>
        </p:spPr>
        <p:txBody>
          <a:bodyPr wrap="square" lIns="0" tIns="0" rIns="0" bIns="0" rtlCol="0" anchor="ctr"/>
          <a:lstStyle/>
          <a:p>
            <a:pPr indent="0" marL="0">
              <a:buNone/>
            </a:pPr>
            <a:r>
              <a:rPr lang="en-US" sz="1550" b="1" dirty="0">
                <a:solidFill>
                  <a:srgbClr val="20242E"/>
                </a:solidFill>
                <a:latin typeface="Bricolage Grotesque" pitchFamily="34" charset="0"/>
                <a:ea typeface="Bricolage Grotesque" pitchFamily="34" charset="-122"/>
                <a:cs typeface="Bricolage Grotesque" pitchFamily="34" charset="-120"/>
              </a:rPr>
              <a:t>nunca</a:t>
            </a:r>
            <a:endParaRPr lang="en-US" sz="1550" dirty="0"/>
          </a:p>
        </p:txBody>
      </p:sp>
      <p:sp>
        <p:nvSpPr>
          <p:cNvPr id="19" name="Text 17"/>
          <p:cNvSpPr/>
          <p:nvPr/>
        </p:nvSpPr>
        <p:spPr>
          <a:xfrm>
            <a:off x="868680" y="3328416"/>
            <a:ext cx="4905756" cy="292608"/>
          </a:xfrm>
          <a:prstGeom prst="rect">
            <a:avLst/>
          </a:prstGeom>
          <a:noFill/>
          <a:ln/>
        </p:spPr>
        <p:txBody>
          <a:bodyPr wrap="square" lIns="0" tIns="0" rIns="0" bIns="0" rtlCol="0" anchor="ctr"/>
          <a:lstStyle/>
          <a:p>
            <a:pPr indent="0" marL="0">
              <a:buNone/>
            </a:pPr>
            <a:r>
              <a:rPr lang="en-US" sz="1250" dirty="0">
                <a:solidFill>
                  <a:srgbClr val="6A6E78"/>
                </a:solidFill>
                <a:latin typeface="Inter" pitchFamily="34" charset="0"/>
                <a:ea typeface="Inter" pitchFamily="34" charset="-122"/>
                <a:cs typeface="Inter" pitchFamily="34" charset="-120"/>
              </a:rPr>
              <a:t>nooit</a:t>
            </a:r>
            <a:endParaRPr lang="en-US" sz="1250" dirty="0"/>
          </a:p>
        </p:txBody>
      </p:sp>
      <p:sp>
        <p:nvSpPr>
          <p:cNvPr id="20" name="Shape 18"/>
          <p:cNvSpPr/>
          <p:nvPr/>
        </p:nvSpPr>
        <p:spPr>
          <a:xfrm>
            <a:off x="6185916" y="2926080"/>
            <a:ext cx="5362956" cy="731520"/>
          </a:xfrm>
          <a:prstGeom prst="roundRect">
            <a:avLst>
              <a:gd name="adj" fmla="val 11250"/>
            </a:avLst>
          </a:prstGeom>
          <a:solidFill>
            <a:srgbClr val="F3EEE4"/>
          </a:solidFill>
          <a:ln w="12700">
            <a:solidFill>
              <a:srgbClr val="F3EEE4"/>
            </a:solidFill>
            <a:prstDash val="solid"/>
          </a:ln>
        </p:spPr>
      </p:sp>
      <p:sp>
        <p:nvSpPr>
          <p:cNvPr id="21" name="Text 19"/>
          <p:cNvSpPr/>
          <p:nvPr/>
        </p:nvSpPr>
        <p:spPr>
          <a:xfrm>
            <a:off x="6414516" y="2999232"/>
            <a:ext cx="4905756" cy="329184"/>
          </a:xfrm>
          <a:prstGeom prst="rect">
            <a:avLst/>
          </a:prstGeom>
          <a:noFill/>
          <a:ln/>
        </p:spPr>
        <p:txBody>
          <a:bodyPr wrap="square" lIns="0" tIns="0" rIns="0" bIns="0" rtlCol="0" anchor="ctr"/>
          <a:lstStyle/>
          <a:p>
            <a:pPr indent="0" marL="0">
              <a:buNone/>
            </a:pPr>
            <a:r>
              <a:rPr lang="en-US" sz="1550" b="1" dirty="0">
                <a:solidFill>
                  <a:srgbClr val="20242E"/>
                </a:solidFill>
                <a:latin typeface="Bricolage Grotesque" pitchFamily="34" charset="0"/>
                <a:ea typeface="Bricolage Grotesque" pitchFamily="34" charset="-122"/>
                <a:cs typeface="Bricolage Grotesque" pitchFamily="34" charset="-120"/>
              </a:rPr>
              <a:t>todos los años</a:t>
            </a:r>
            <a:endParaRPr lang="en-US" sz="1550" dirty="0"/>
          </a:p>
        </p:txBody>
      </p:sp>
      <p:sp>
        <p:nvSpPr>
          <p:cNvPr id="22" name="Text 20"/>
          <p:cNvSpPr/>
          <p:nvPr/>
        </p:nvSpPr>
        <p:spPr>
          <a:xfrm>
            <a:off x="6414516" y="3328416"/>
            <a:ext cx="4905756" cy="292608"/>
          </a:xfrm>
          <a:prstGeom prst="rect">
            <a:avLst/>
          </a:prstGeom>
          <a:noFill/>
          <a:ln/>
        </p:spPr>
        <p:txBody>
          <a:bodyPr wrap="square" lIns="0" tIns="0" rIns="0" bIns="0" rtlCol="0" anchor="ctr"/>
          <a:lstStyle/>
          <a:p>
            <a:pPr indent="0" marL="0">
              <a:buNone/>
            </a:pPr>
            <a:r>
              <a:rPr lang="en-US" sz="1250" dirty="0">
                <a:solidFill>
                  <a:srgbClr val="6A6E78"/>
                </a:solidFill>
                <a:latin typeface="Inter" pitchFamily="34" charset="0"/>
                <a:ea typeface="Inter" pitchFamily="34" charset="-122"/>
                <a:cs typeface="Inter" pitchFamily="34" charset="-120"/>
              </a:rPr>
              <a:t>elk jaar</a:t>
            </a:r>
            <a:endParaRPr lang="en-US" sz="1250" dirty="0"/>
          </a:p>
        </p:txBody>
      </p:sp>
      <p:sp>
        <p:nvSpPr>
          <p:cNvPr id="23" name="Shape 21"/>
          <p:cNvSpPr/>
          <p:nvPr/>
        </p:nvSpPr>
        <p:spPr>
          <a:xfrm>
            <a:off x="640080" y="3794760"/>
            <a:ext cx="5362956" cy="731520"/>
          </a:xfrm>
          <a:prstGeom prst="roundRect">
            <a:avLst>
              <a:gd name="adj" fmla="val 11250"/>
            </a:avLst>
          </a:prstGeom>
          <a:solidFill>
            <a:srgbClr val="F3EEE4"/>
          </a:solidFill>
          <a:ln w="12700">
            <a:solidFill>
              <a:srgbClr val="F3EEE4"/>
            </a:solidFill>
            <a:prstDash val="solid"/>
          </a:ln>
        </p:spPr>
      </p:sp>
      <p:sp>
        <p:nvSpPr>
          <p:cNvPr id="24" name="Text 22"/>
          <p:cNvSpPr/>
          <p:nvPr/>
        </p:nvSpPr>
        <p:spPr>
          <a:xfrm>
            <a:off x="868680" y="3867912"/>
            <a:ext cx="4905756" cy="329184"/>
          </a:xfrm>
          <a:prstGeom prst="rect">
            <a:avLst/>
          </a:prstGeom>
          <a:noFill/>
          <a:ln/>
        </p:spPr>
        <p:txBody>
          <a:bodyPr wrap="square" lIns="0" tIns="0" rIns="0" bIns="0" rtlCol="0" anchor="ctr"/>
          <a:lstStyle/>
          <a:p>
            <a:pPr indent="0" marL="0">
              <a:buNone/>
            </a:pPr>
            <a:r>
              <a:rPr lang="en-US" sz="1550" b="1" dirty="0">
                <a:solidFill>
                  <a:srgbClr val="20242E"/>
                </a:solidFill>
                <a:latin typeface="Bricolage Grotesque" pitchFamily="34" charset="0"/>
                <a:ea typeface="Bricolage Grotesque" pitchFamily="34" charset="-122"/>
                <a:cs typeface="Bricolage Grotesque" pitchFamily="34" charset="-120"/>
              </a:rPr>
              <a:t>tres veces por semana</a:t>
            </a:r>
            <a:endParaRPr lang="en-US" sz="1550" dirty="0"/>
          </a:p>
        </p:txBody>
      </p:sp>
      <p:sp>
        <p:nvSpPr>
          <p:cNvPr id="25" name="Text 23"/>
          <p:cNvSpPr/>
          <p:nvPr/>
        </p:nvSpPr>
        <p:spPr>
          <a:xfrm>
            <a:off x="868680" y="4197096"/>
            <a:ext cx="4905756" cy="292608"/>
          </a:xfrm>
          <a:prstGeom prst="rect">
            <a:avLst/>
          </a:prstGeom>
          <a:noFill/>
          <a:ln/>
        </p:spPr>
        <p:txBody>
          <a:bodyPr wrap="square" lIns="0" tIns="0" rIns="0" bIns="0" rtlCol="0" anchor="ctr"/>
          <a:lstStyle/>
          <a:p>
            <a:pPr indent="0" marL="0">
              <a:buNone/>
            </a:pPr>
            <a:r>
              <a:rPr lang="en-US" sz="1250" dirty="0">
                <a:solidFill>
                  <a:srgbClr val="6A6E78"/>
                </a:solidFill>
                <a:latin typeface="Inter" pitchFamily="34" charset="0"/>
                <a:ea typeface="Inter" pitchFamily="34" charset="-122"/>
                <a:cs typeface="Inter" pitchFamily="34" charset="-120"/>
              </a:rPr>
              <a:t>drie keer per week</a:t>
            </a:r>
            <a:endParaRPr lang="en-US" sz="12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CFBF8"/>
        </a:solidFill>
      </p:bgPr>
    </p:bg>
    <p:spTree>
      <p:nvGrpSpPr>
        <p:cNvPr id="1" name=""/>
        <p:cNvGrpSpPr/>
        <p:nvPr/>
      </p:nvGrpSpPr>
      <p:grpSpPr>
        <a:xfrm>
          <a:off x="0" y="0"/>
          <a:ext cx="0" cy="0"/>
          <a:chOff x="0" y="0"/>
          <a:chExt cx="0" cy="0"/>
        </a:xfrm>
      </p:grpSpPr>
      <p:sp>
        <p:nvSpPr>
          <p:cNvPr id="2" name="Shape 0"/>
          <p:cNvSpPr/>
          <p:nvPr/>
        </p:nvSpPr>
        <p:spPr>
          <a:xfrm>
            <a:off x="0" y="0"/>
            <a:ext cx="12188952" cy="822960"/>
          </a:xfrm>
          <a:prstGeom prst="rect">
            <a:avLst/>
          </a:prstGeom>
          <a:solidFill>
            <a:srgbClr val="D64550"/>
          </a:solidFill>
          <a:ln/>
        </p:spPr>
      </p:sp>
      <p:sp>
        <p:nvSpPr>
          <p:cNvPr id="3" name="Text 1"/>
          <p:cNvSpPr/>
          <p:nvPr/>
        </p:nvSpPr>
        <p:spPr>
          <a:xfrm>
            <a:off x="502920" y="109728"/>
            <a:ext cx="9262872" cy="603504"/>
          </a:xfrm>
          <a:prstGeom prst="rect">
            <a:avLst/>
          </a:prstGeom>
          <a:noFill/>
          <a:ln/>
        </p:spPr>
        <p:txBody>
          <a:bodyPr wrap="square" lIns="0" tIns="0" rIns="0" bIns="0" rtlCol="0" anchor="ctr"/>
          <a:lstStyle/>
          <a:p>
            <a:pPr indent="0" marL="0">
              <a:buNone/>
            </a:pPr>
            <a:r>
              <a:rPr lang="en-US" sz="2600" b="1" dirty="0">
                <a:solidFill>
                  <a:srgbClr val="FFFFFF"/>
                </a:solidFill>
                <a:latin typeface="Bricolage Grotesque" pitchFamily="34" charset="0"/>
                <a:ea typeface="Bricolage Grotesque" pitchFamily="34" charset="-122"/>
                <a:cs typeface="Bricolage Grotesque" pitchFamily="34" charset="-120"/>
              </a:rPr>
              <a:t>Tengo frío</a:t>
            </a:r>
            <a:endParaRPr lang="en-US" sz="2600" dirty="0"/>
          </a:p>
        </p:txBody>
      </p:sp>
      <p:sp>
        <p:nvSpPr>
          <p:cNvPr id="4" name="Text 2"/>
          <p:cNvSpPr/>
          <p:nvPr/>
        </p:nvSpPr>
        <p:spPr>
          <a:xfrm>
            <a:off x="8622792" y="182880"/>
            <a:ext cx="3063240" cy="457200"/>
          </a:xfrm>
          <a:prstGeom prst="rect">
            <a:avLst/>
          </a:prstGeom>
          <a:noFill/>
          <a:ln/>
        </p:spPr>
        <p:txBody>
          <a:bodyPr wrap="square" lIns="0" tIns="0" rIns="0" bIns="0" rtlCol="0" anchor="ctr"/>
          <a:lstStyle/>
          <a:p>
            <a:pPr algn="r" indent="0" marL="0">
              <a:buNone/>
            </a:pPr>
            <a:r>
              <a:rPr lang="en-US" sz="1200" dirty="0">
                <a:solidFill>
                  <a:srgbClr val="FFFFFF"/>
                </a:solidFill>
                <a:latin typeface="Inter" pitchFamily="34" charset="0"/>
                <a:ea typeface="Inter" pitchFamily="34" charset="-122"/>
                <a:cs typeface="Inter" pitchFamily="34" charset="-120"/>
              </a:rPr>
              <a:t>hoe jij je voelt</a:t>
            </a:r>
            <a:endParaRPr lang="en-US" sz="1200" dirty="0"/>
          </a:p>
        </p:txBody>
      </p:sp>
      <p:sp>
        <p:nvSpPr>
          <p:cNvPr id="5" name="Shape 3"/>
          <p:cNvSpPr/>
          <p:nvPr/>
        </p:nvSpPr>
        <p:spPr>
          <a:xfrm>
            <a:off x="640080" y="1188720"/>
            <a:ext cx="5362956" cy="731520"/>
          </a:xfrm>
          <a:prstGeom prst="roundRect">
            <a:avLst>
              <a:gd name="adj" fmla="val 11250"/>
            </a:avLst>
          </a:prstGeom>
          <a:solidFill>
            <a:srgbClr val="F3EEE4"/>
          </a:solidFill>
          <a:ln w="12700">
            <a:solidFill>
              <a:srgbClr val="F3EEE4"/>
            </a:solidFill>
            <a:prstDash val="solid"/>
          </a:ln>
        </p:spPr>
      </p:sp>
      <p:sp>
        <p:nvSpPr>
          <p:cNvPr id="6" name="Text 4"/>
          <p:cNvSpPr/>
          <p:nvPr/>
        </p:nvSpPr>
        <p:spPr>
          <a:xfrm>
            <a:off x="868680" y="1261872"/>
            <a:ext cx="4905756" cy="329184"/>
          </a:xfrm>
          <a:prstGeom prst="rect">
            <a:avLst/>
          </a:prstGeom>
          <a:noFill/>
          <a:ln/>
        </p:spPr>
        <p:txBody>
          <a:bodyPr wrap="square" lIns="0" tIns="0" rIns="0" bIns="0" rtlCol="0" anchor="ctr"/>
          <a:lstStyle/>
          <a:p>
            <a:pPr indent="0" marL="0">
              <a:buNone/>
            </a:pPr>
            <a:r>
              <a:rPr lang="en-US" sz="1550" b="1" dirty="0">
                <a:solidFill>
                  <a:srgbClr val="20242E"/>
                </a:solidFill>
                <a:latin typeface="Bricolage Grotesque" pitchFamily="34" charset="0"/>
                <a:ea typeface="Bricolage Grotesque" pitchFamily="34" charset="-122"/>
                <a:cs typeface="Bricolage Grotesque" pitchFamily="34" charset="-120"/>
              </a:rPr>
              <a:t>tengo frío</a:t>
            </a:r>
            <a:endParaRPr lang="en-US" sz="1550" dirty="0"/>
          </a:p>
        </p:txBody>
      </p:sp>
      <p:sp>
        <p:nvSpPr>
          <p:cNvPr id="7" name="Text 5"/>
          <p:cNvSpPr/>
          <p:nvPr/>
        </p:nvSpPr>
        <p:spPr>
          <a:xfrm>
            <a:off x="868680" y="1591056"/>
            <a:ext cx="4905756" cy="292608"/>
          </a:xfrm>
          <a:prstGeom prst="rect">
            <a:avLst/>
          </a:prstGeom>
          <a:noFill/>
          <a:ln/>
        </p:spPr>
        <p:txBody>
          <a:bodyPr wrap="square" lIns="0" tIns="0" rIns="0" bIns="0" rtlCol="0" anchor="ctr"/>
          <a:lstStyle/>
          <a:p>
            <a:pPr indent="0" marL="0">
              <a:buNone/>
            </a:pPr>
            <a:r>
              <a:rPr lang="en-US" sz="1250" dirty="0">
                <a:solidFill>
                  <a:srgbClr val="6A6E78"/>
                </a:solidFill>
                <a:latin typeface="Inter" pitchFamily="34" charset="0"/>
                <a:ea typeface="Inter" pitchFamily="34" charset="-122"/>
                <a:cs typeface="Inter" pitchFamily="34" charset="-120"/>
              </a:rPr>
              <a:t>ik heb het koud</a:t>
            </a:r>
            <a:endParaRPr lang="en-US" sz="1250" dirty="0"/>
          </a:p>
        </p:txBody>
      </p:sp>
      <p:sp>
        <p:nvSpPr>
          <p:cNvPr id="8" name="Shape 6"/>
          <p:cNvSpPr/>
          <p:nvPr/>
        </p:nvSpPr>
        <p:spPr>
          <a:xfrm>
            <a:off x="6185916" y="1188720"/>
            <a:ext cx="5362956" cy="731520"/>
          </a:xfrm>
          <a:prstGeom prst="roundRect">
            <a:avLst>
              <a:gd name="adj" fmla="val 11250"/>
            </a:avLst>
          </a:prstGeom>
          <a:solidFill>
            <a:srgbClr val="F3EEE4"/>
          </a:solidFill>
          <a:ln w="12700">
            <a:solidFill>
              <a:srgbClr val="F3EEE4"/>
            </a:solidFill>
            <a:prstDash val="solid"/>
          </a:ln>
        </p:spPr>
      </p:sp>
      <p:sp>
        <p:nvSpPr>
          <p:cNvPr id="9" name="Text 7"/>
          <p:cNvSpPr/>
          <p:nvPr/>
        </p:nvSpPr>
        <p:spPr>
          <a:xfrm>
            <a:off x="6414516" y="1261872"/>
            <a:ext cx="4905756" cy="329184"/>
          </a:xfrm>
          <a:prstGeom prst="rect">
            <a:avLst/>
          </a:prstGeom>
          <a:noFill/>
          <a:ln/>
        </p:spPr>
        <p:txBody>
          <a:bodyPr wrap="square" lIns="0" tIns="0" rIns="0" bIns="0" rtlCol="0" anchor="ctr"/>
          <a:lstStyle/>
          <a:p>
            <a:pPr indent="0" marL="0">
              <a:buNone/>
            </a:pPr>
            <a:r>
              <a:rPr lang="en-US" sz="1550" b="1" dirty="0">
                <a:solidFill>
                  <a:srgbClr val="20242E"/>
                </a:solidFill>
                <a:latin typeface="Bricolage Grotesque" pitchFamily="34" charset="0"/>
                <a:ea typeface="Bricolage Grotesque" pitchFamily="34" charset="-122"/>
                <a:cs typeface="Bricolage Grotesque" pitchFamily="34" charset="-120"/>
              </a:rPr>
              <a:t>tengo calor</a:t>
            </a:r>
            <a:endParaRPr lang="en-US" sz="1550" dirty="0"/>
          </a:p>
        </p:txBody>
      </p:sp>
      <p:sp>
        <p:nvSpPr>
          <p:cNvPr id="10" name="Text 8"/>
          <p:cNvSpPr/>
          <p:nvPr/>
        </p:nvSpPr>
        <p:spPr>
          <a:xfrm>
            <a:off x="6414516" y="1591056"/>
            <a:ext cx="4905756" cy="292608"/>
          </a:xfrm>
          <a:prstGeom prst="rect">
            <a:avLst/>
          </a:prstGeom>
          <a:noFill/>
          <a:ln/>
        </p:spPr>
        <p:txBody>
          <a:bodyPr wrap="square" lIns="0" tIns="0" rIns="0" bIns="0" rtlCol="0" anchor="ctr"/>
          <a:lstStyle/>
          <a:p>
            <a:pPr indent="0" marL="0">
              <a:buNone/>
            </a:pPr>
            <a:r>
              <a:rPr lang="en-US" sz="1250" dirty="0">
                <a:solidFill>
                  <a:srgbClr val="6A6E78"/>
                </a:solidFill>
                <a:latin typeface="Inter" pitchFamily="34" charset="0"/>
                <a:ea typeface="Inter" pitchFamily="34" charset="-122"/>
                <a:cs typeface="Inter" pitchFamily="34" charset="-120"/>
              </a:rPr>
              <a:t>ik heb het warm</a:t>
            </a:r>
            <a:endParaRPr lang="en-US" sz="1250" dirty="0"/>
          </a:p>
        </p:txBody>
      </p:sp>
      <p:sp>
        <p:nvSpPr>
          <p:cNvPr id="11" name="Shape 9"/>
          <p:cNvSpPr/>
          <p:nvPr/>
        </p:nvSpPr>
        <p:spPr>
          <a:xfrm>
            <a:off x="640080" y="2057400"/>
            <a:ext cx="5362956" cy="731520"/>
          </a:xfrm>
          <a:prstGeom prst="roundRect">
            <a:avLst>
              <a:gd name="adj" fmla="val 11250"/>
            </a:avLst>
          </a:prstGeom>
          <a:solidFill>
            <a:srgbClr val="F3EEE4"/>
          </a:solidFill>
          <a:ln w="12700">
            <a:solidFill>
              <a:srgbClr val="F3EEE4"/>
            </a:solidFill>
            <a:prstDash val="solid"/>
          </a:ln>
        </p:spPr>
      </p:sp>
      <p:sp>
        <p:nvSpPr>
          <p:cNvPr id="12" name="Text 10"/>
          <p:cNvSpPr/>
          <p:nvPr/>
        </p:nvSpPr>
        <p:spPr>
          <a:xfrm>
            <a:off x="868680" y="2130552"/>
            <a:ext cx="4905756" cy="329184"/>
          </a:xfrm>
          <a:prstGeom prst="rect">
            <a:avLst/>
          </a:prstGeom>
          <a:noFill/>
          <a:ln/>
        </p:spPr>
        <p:txBody>
          <a:bodyPr wrap="square" lIns="0" tIns="0" rIns="0" bIns="0" rtlCol="0" anchor="ctr"/>
          <a:lstStyle/>
          <a:p>
            <a:pPr indent="0" marL="0">
              <a:buNone/>
            </a:pPr>
            <a:r>
              <a:rPr lang="en-US" sz="1550" b="1" dirty="0">
                <a:solidFill>
                  <a:srgbClr val="20242E"/>
                </a:solidFill>
                <a:latin typeface="Bricolage Grotesque" pitchFamily="34" charset="0"/>
                <a:ea typeface="Bricolage Grotesque" pitchFamily="34" charset="-122"/>
                <a:cs typeface="Bricolage Grotesque" pitchFamily="34" charset="-120"/>
              </a:rPr>
              <a:t>tengo sueño</a:t>
            </a:r>
            <a:endParaRPr lang="en-US" sz="1550" dirty="0"/>
          </a:p>
        </p:txBody>
      </p:sp>
      <p:sp>
        <p:nvSpPr>
          <p:cNvPr id="13" name="Text 11"/>
          <p:cNvSpPr/>
          <p:nvPr/>
        </p:nvSpPr>
        <p:spPr>
          <a:xfrm>
            <a:off x="868680" y="2459736"/>
            <a:ext cx="4905756" cy="292608"/>
          </a:xfrm>
          <a:prstGeom prst="rect">
            <a:avLst/>
          </a:prstGeom>
          <a:noFill/>
          <a:ln/>
        </p:spPr>
        <p:txBody>
          <a:bodyPr wrap="square" lIns="0" tIns="0" rIns="0" bIns="0" rtlCol="0" anchor="ctr"/>
          <a:lstStyle/>
          <a:p>
            <a:pPr indent="0" marL="0">
              <a:buNone/>
            </a:pPr>
            <a:r>
              <a:rPr lang="en-US" sz="1250" dirty="0">
                <a:solidFill>
                  <a:srgbClr val="6A6E78"/>
                </a:solidFill>
                <a:latin typeface="Inter" pitchFamily="34" charset="0"/>
                <a:ea typeface="Inter" pitchFamily="34" charset="-122"/>
                <a:cs typeface="Inter" pitchFamily="34" charset="-120"/>
              </a:rPr>
              <a:t>ik ben slaperig</a:t>
            </a:r>
            <a:endParaRPr lang="en-US" sz="1250" dirty="0"/>
          </a:p>
        </p:txBody>
      </p:sp>
      <p:sp>
        <p:nvSpPr>
          <p:cNvPr id="14" name="Shape 12"/>
          <p:cNvSpPr/>
          <p:nvPr/>
        </p:nvSpPr>
        <p:spPr>
          <a:xfrm>
            <a:off x="6185916" y="2057400"/>
            <a:ext cx="5362956" cy="731520"/>
          </a:xfrm>
          <a:prstGeom prst="roundRect">
            <a:avLst>
              <a:gd name="adj" fmla="val 11250"/>
            </a:avLst>
          </a:prstGeom>
          <a:solidFill>
            <a:srgbClr val="F3EEE4"/>
          </a:solidFill>
          <a:ln w="12700">
            <a:solidFill>
              <a:srgbClr val="F3EEE4"/>
            </a:solidFill>
            <a:prstDash val="solid"/>
          </a:ln>
        </p:spPr>
      </p:sp>
      <p:sp>
        <p:nvSpPr>
          <p:cNvPr id="15" name="Text 13"/>
          <p:cNvSpPr/>
          <p:nvPr/>
        </p:nvSpPr>
        <p:spPr>
          <a:xfrm>
            <a:off x="6414516" y="2130552"/>
            <a:ext cx="4905756" cy="329184"/>
          </a:xfrm>
          <a:prstGeom prst="rect">
            <a:avLst/>
          </a:prstGeom>
          <a:noFill/>
          <a:ln/>
        </p:spPr>
        <p:txBody>
          <a:bodyPr wrap="square" lIns="0" tIns="0" rIns="0" bIns="0" rtlCol="0" anchor="ctr"/>
          <a:lstStyle/>
          <a:p>
            <a:pPr indent="0" marL="0">
              <a:buNone/>
            </a:pPr>
            <a:r>
              <a:rPr lang="en-US" sz="1550" b="1" dirty="0">
                <a:solidFill>
                  <a:srgbClr val="20242E"/>
                </a:solidFill>
                <a:latin typeface="Bricolage Grotesque" pitchFamily="34" charset="0"/>
                <a:ea typeface="Bricolage Grotesque" pitchFamily="34" charset="-122"/>
                <a:cs typeface="Bricolage Grotesque" pitchFamily="34" charset="-120"/>
              </a:rPr>
              <a:t>tengo hambre</a:t>
            </a:r>
            <a:endParaRPr lang="en-US" sz="1550" dirty="0"/>
          </a:p>
        </p:txBody>
      </p:sp>
      <p:sp>
        <p:nvSpPr>
          <p:cNvPr id="16" name="Text 14"/>
          <p:cNvSpPr/>
          <p:nvPr/>
        </p:nvSpPr>
        <p:spPr>
          <a:xfrm>
            <a:off x="6414516" y="2459736"/>
            <a:ext cx="4905756" cy="292608"/>
          </a:xfrm>
          <a:prstGeom prst="rect">
            <a:avLst/>
          </a:prstGeom>
          <a:noFill/>
          <a:ln/>
        </p:spPr>
        <p:txBody>
          <a:bodyPr wrap="square" lIns="0" tIns="0" rIns="0" bIns="0" rtlCol="0" anchor="ctr"/>
          <a:lstStyle/>
          <a:p>
            <a:pPr indent="0" marL="0">
              <a:buNone/>
            </a:pPr>
            <a:r>
              <a:rPr lang="en-US" sz="1250" dirty="0">
                <a:solidFill>
                  <a:srgbClr val="6A6E78"/>
                </a:solidFill>
                <a:latin typeface="Inter" pitchFamily="34" charset="0"/>
                <a:ea typeface="Inter" pitchFamily="34" charset="-122"/>
                <a:cs typeface="Inter" pitchFamily="34" charset="-120"/>
              </a:rPr>
              <a:t>ik heb honger</a:t>
            </a:r>
            <a:endParaRPr lang="en-US" sz="1250" dirty="0"/>
          </a:p>
        </p:txBody>
      </p:sp>
      <p:sp>
        <p:nvSpPr>
          <p:cNvPr id="17" name="Shape 15"/>
          <p:cNvSpPr/>
          <p:nvPr/>
        </p:nvSpPr>
        <p:spPr>
          <a:xfrm>
            <a:off x="640080" y="2926080"/>
            <a:ext cx="5362956" cy="731520"/>
          </a:xfrm>
          <a:prstGeom prst="roundRect">
            <a:avLst>
              <a:gd name="adj" fmla="val 11250"/>
            </a:avLst>
          </a:prstGeom>
          <a:solidFill>
            <a:srgbClr val="F3EEE4"/>
          </a:solidFill>
          <a:ln w="12700">
            <a:solidFill>
              <a:srgbClr val="F3EEE4"/>
            </a:solidFill>
            <a:prstDash val="solid"/>
          </a:ln>
        </p:spPr>
      </p:sp>
      <p:sp>
        <p:nvSpPr>
          <p:cNvPr id="18" name="Text 16"/>
          <p:cNvSpPr/>
          <p:nvPr/>
        </p:nvSpPr>
        <p:spPr>
          <a:xfrm>
            <a:off x="868680" y="2999232"/>
            <a:ext cx="4905756" cy="329184"/>
          </a:xfrm>
          <a:prstGeom prst="rect">
            <a:avLst/>
          </a:prstGeom>
          <a:noFill/>
          <a:ln/>
        </p:spPr>
        <p:txBody>
          <a:bodyPr wrap="square" lIns="0" tIns="0" rIns="0" bIns="0" rtlCol="0" anchor="ctr"/>
          <a:lstStyle/>
          <a:p>
            <a:pPr indent="0" marL="0">
              <a:buNone/>
            </a:pPr>
            <a:r>
              <a:rPr lang="en-US" sz="1550" b="1" dirty="0">
                <a:solidFill>
                  <a:srgbClr val="20242E"/>
                </a:solidFill>
                <a:latin typeface="Bricolage Grotesque" pitchFamily="34" charset="0"/>
                <a:ea typeface="Bricolage Grotesque" pitchFamily="34" charset="-122"/>
                <a:cs typeface="Bricolage Grotesque" pitchFamily="34" charset="-120"/>
              </a:rPr>
              <a:t>estoy cansado/a</a:t>
            </a:r>
            <a:endParaRPr lang="en-US" sz="1550" dirty="0"/>
          </a:p>
        </p:txBody>
      </p:sp>
      <p:sp>
        <p:nvSpPr>
          <p:cNvPr id="19" name="Text 17"/>
          <p:cNvSpPr/>
          <p:nvPr/>
        </p:nvSpPr>
        <p:spPr>
          <a:xfrm>
            <a:off x="868680" y="3328416"/>
            <a:ext cx="4905756" cy="292608"/>
          </a:xfrm>
          <a:prstGeom prst="rect">
            <a:avLst/>
          </a:prstGeom>
          <a:noFill/>
          <a:ln/>
        </p:spPr>
        <p:txBody>
          <a:bodyPr wrap="square" lIns="0" tIns="0" rIns="0" bIns="0" rtlCol="0" anchor="ctr"/>
          <a:lstStyle/>
          <a:p>
            <a:pPr indent="0" marL="0">
              <a:buNone/>
            </a:pPr>
            <a:r>
              <a:rPr lang="en-US" sz="1250" dirty="0">
                <a:solidFill>
                  <a:srgbClr val="6A6E78"/>
                </a:solidFill>
                <a:latin typeface="Inter" pitchFamily="34" charset="0"/>
                <a:ea typeface="Inter" pitchFamily="34" charset="-122"/>
                <a:cs typeface="Inter" pitchFamily="34" charset="-120"/>
              </a:rPr>
              <a:t>ik ben moe</a:t>
            </a:r>
            <a:endParaRPr lang="en-US" sz="12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CFBF8"/>
        </a:solidFill>
      </p:bgPr>
    </p:bg>
    <p:spTree>
      <p:nvGrpSpPr>
        <p:cNvPr id="1" name=""/>
        <p:cNvGrpSpPr/>
        <p:nvPr/>
      </p:nvGrpSpPr>
      <p:grpSpPr>
        <a:xfrm>
          <a:off x="0" y="0"/>
          <a:ext cx="0" cy="0"/>
          <a:chOff x="0" y="0"/>
          <a:chExt cx="0" cy="0"/>
        </a:xfrm>
      </p:grpSpPr>
      <p:sp>
        <p:nvSpPr>
          <p:cNvPr id="2" name="Shape 0"/>
          <p:cNvSpPr/>
          <p:nvPr/>
        </p:nvSpPr>
        <p:spPr>
          <a:xfrm>
            <a:off x="0" y="0"/>
            <a:ext cx="12188952" cy="822960"/>
          </a:xfrm>
          <a:prstGeom prst="rect">
            <a:avLst/>
          </a:prstGeom>
          <a:solidFill>
            <a:srgbClr val="D64550"/>
          </a:solidFill>
          <a:ln/>
        </p:spPr>
      </p:sp>
      <p:sp>
        <p:nvSpPr>
          <p:cNvPr id="3" name="Text 1"/>
          <p:cNvSpPr/>
          <p:nvPr/>
        </p:nvSpPr>
        <p:spPr>
          <a:xfrm>
            <a:off x="502920" y="109728"/>
            <a:ext cx="9262872" cy="603504"/>
          </a:xfrm>
          <a:prstGeom prst="rect">
            <a:avLst/>
          </a:prstGeom>
          <a:noFill/>
          <a:ln/>
        </p:spPr>
        <p:txBody>
          <a:bodyPr wrap="square" lIns="0" tIns="0" rIns="0" bIns="0" rtlCol="0" anchor="ctr"/>
          <a:lstStyle/>
          <a:p>
            <a:pPr indent="0" marL="0">
              <a:buNone/>
            </a:pPr>
            <a:r>
              <a:rPr lang="en-US" sz="2600" b="1" dirty="0">
                <a:solidFill>
                  <a:srgbClr val="FFFFFF"/>
                </a:solidFill>
                <a:latin typeface="Bricolage Grotesque" pitchFamily="34" charset="0"/>
                <a:ea typeface="Bricolage Grotesque" pitchFamily="34" charset="-122"/>
                <a:cs typeface="Bricolage Grotesque" pitchFamily="34" charset="-120"/>
              </a:rPr>
              <a:t>Suena bien</a:t>
            </a:r>
            <a:endParaRPr lang="en-US" sz="2600" dirty="0"/>
          </a:p>
        </p:txBody>
      </p:sp>
      <p:sp>
        <p:nvSpPr>
          <p:cNvPr id="4" name="Text 2"/>
          <p:cNvSpPr/>
          <p:nvPr/>
        </p:nvSpPr>
        <p:spPr>
          <a:xfrm>
            <a:off x="8622792" y="182880"/>
            <a:ext cx="3063240" cy="457200"/>
          </a:xfrm>
          <a:prstGeom prst="rect">
            <a:avLst/>
          </a:prstGeom>
          <a:noFill/>
          <a:ln/>
        </p:spPr>
        <p:txBody>
          <a:bodyPr wrap="square" lIns="0" tIns="0" rIns="0" bIns="0" rtlCol="0" anchor="ctr"/>
          <a:lstStyle/>
          <a:p>
            <a:pPr algn="r" indent="0" marL="0">
              <a:buNone/>
            </a:pPr>
            <a:r>
              <a:rPr lang="en-US" sz="1200" dirty="0">
                <a:solidFill>
                  <a:srgbClr val="FFFFFF"/>
                </a:solidFill>
                <a:latin typeface="Inter" pitchFamily="34" charset="0"/>
                <a:ea typeface="Inter" pitchFamily="34" charset="-122"/>
                <a:cs typeface="Inter" pitchFamily="34" charset="-120"/>
              </a:rPr>
              <a:t>La s española — siempre sorda</a:t>
            </a:r>
            <a:endParaRPr lang="en-US" sz="1200" dirty="0"/>
          </a:p>
        </p:txBody>
      </p:sp>
      <p:sp>
        <p:nvSpPr>
          <p:cNvPr id="5" name="Shape 3"/>
          <p:cNvSpPr/>
          <p:nvPr/>
        </p:nvSpPr>
        <p:spPr>
          <a:xfrm>
            <a:off x="640080" y="1005840"/>
            <a:ext cx="10908792" cy="1051560"/>
          </a:xfrm>
          <a:prstGeom prst="roundRect">
            <a:avLst>
              <a:gd name="adj" fmla="val 8696"/>
            </a:avLst>
          </a:prstGeom>
          <a:solidFill>
            <a:srgbClr val="FEF3C7"/>
          </a:solidFill>
          <a:ln w="12700">
            <a:solidFill>
              <a:srgbClr val="B45309"/>
            </a:solidFill>
            <a:prstDash val="solid"/>
          </a:ln>
        </p:spPr>
      </p:sp>
      <p:sp>
        <p:nvSpPr>
          <p:cNvPr id="6" name="Text 4"/>
          <p:cNvSpPr/>
          <p:nvPr/>
        </p:nvSpPr>
        <p:spPr>
          <a:xfrm>
            <a:off x="914400" y="1005840"/>
            <a:ext cx="10360152" cy="1051560"/>
          </a:xfrm>
          <a:prstGeom prst="rect">
            <a:avLst/>
          </a:prstGeom>
          <a:noFill/>
          <a:ln/>
        </p:spPr>
        <p:txBody>
          <a:bodyPr wrap="square" lIns="0" tIns="0" rIns="0" bIns="0" rtlCol="0" anchor="ctr"/>
          <a:lstStyle/>
          <a:p>
            <a:pPr indent="0" marL="0">
              <a:buNone/>
            </a:pPr>
            <a:r>
              <a:rPr lang="en-US" sz="1400" dirty="0">
                <a:solidFill>
                  <a:srgbClr val="20242E"/>
                </a:solidFill>
                <a:latin typeface="Inter" pitchFamily="34" charset="0"/>
                <a:ea typeface="Inter" pitchFamily="34" charset="-122"/>
                <a:cs typeface="Inter" pitchFamily="34" charset="-120"/>
              </a:rPr>
              <a:t>De Spaanse s is áltijd stemloos, zoals in het Nederlandse «sok». Nooit als de z in «zon» — ook niet tussen twee klinkers. Deze unidad zit er vol mee: siempre, vacaciones, estaciones.</a:t>
            </a:r>
            <a:endParaRPr lang="en-US" sz="1400" dirty="0"/>
          </a:p>
        </p:txBody>
      </p:sp>
      <p:sp>
        <p:nvSpPr>
          <p:cNvPr id="7" name="Shape 5"/>
          <p:cNvSpPr/>
          <p:nvPr/>
        </p:nvSpPr>
        <p:spPr>
          <a:xfrm>
            <a:off x="640080" y="2286000"/>
            <a:ext cx="3499104" cy="548640"/>
          </a:xfrm>
          <a:prstGeom prst="roundRect">
            <a:avLst>
              <a:gd name="adj" fmla="val 15000"/>
            </a:avLst>
          </a:prstGeom>
          <a:solidFill>
            <a:srgbClr val="FFFFFF"/>
          </a:solidFill>
          <a:ln w="12700">
            <a:solidFill>
              <a:srgbClr val="E7E1DF"/>
            </a:solidFill>
            <a:prstDash val="solid"/>
          </a:ln>
        </p:spPr>
      </p:sp>
      <p:sp>
        <p:nvSpPr>
          <p:cNvPr id="8" name="Text 6"/>
          <p:cNvSpPr/>
          <p:nvPr/>
        </p:nvSpPr>
        <p:spPr>
          <a:xfrm>
            <a:off x="822960" y="2286000"/>
            <a:ext cx="3133344" cy="548640"/>
          </a:xfrm>
          <a:prstGeom prst="rect">
            <a:avLst/>
          </a:prstGeom>
          <a:noFill/>
          <a:ln/>
        </p:spPr>
        <p:txBody>
          <a:bodyPr wrap="square" lIns="0" tIns="0" rIns="0" bIns="0" rtlCol="0" anchor="ctr"/>
          <a:lstStyle/>
          <a:p>
            <a:pPr indent="0" marL="0">
              <a:buNone/>
            </a:pPr>
            <a:r>
              <a:rPr lang="en-US" sz="1600" dirty="0">
                <a:solidFill>
                  <a:srgbClr val="A8323B"/>
                </a:solidFill>
                <a:latin typeface="Bricolage Grotesque" pitchFamily="34" charset="0"/>
                <a:ea typeface="Bricolage Grotesque" pitchFamily="34" charset="-122"/>
                <a:cs typeface="Bricolage Grotesque" pitchFamily="34" charset="-120"/>
              </a:rPr>
              <a:t>siempre</a:t>
            </a:r>
            <a:endParaRPr lang="en-US" sz="1600" dirty="0"/>
          </a:p>
        </p:txBody>
      </p:sp>
      <p:sp>
        <p:nvSpPr>
          <p:cNvPr id="9" name="Shape 7"/>
          <p:cNvSpPr/>
          <p:nvPr/>
        </p:nvSpPr>
        <p:spPr>
          <a:xfrm>
            <a:off x="4276344" y="2286000"/>
            <a:ext cx="3499104" cy="548640"/>
          </a:xfrm>
          <a:prstGeom prst="roundRect">
            <a:avLst>
              <a:gd name="adj" fmla="val 15000"/>
            </a:avLst>
          </a:prstGeom>
          <a:solidFill>
            <a:srgbClr val="FFFFFF"/>
          </a:solidFill>
          <a:ln w="12700">
            <a:solidFill>
              <a:srgbClr val="E7E1DF"/>
            </a:solidFill>
            <a:prstDash val="solid"/>
          </a:ln>
        </p:spPr>
      </p:sp>
      <p:sp>
        <p:nvSpPr>
          <p:cNvPr id="10" name="Text 8"/>
          <p:cNvSpPr/>
          <p:nvPr/>
        </p:nvSpPr>
        <p:spPr>
          <a:xfrm>
            <a:off x="4459224" y="2286000"/>
            <a:ext cx="3133344" cy="548640"/>
          </a:xfrm>
          <a:prstGeom prst="rect">
            <a:avLst/>
          </a:prstGeom>
          <a:noFill/>
          <a:ln/>
        </p:spPr>
        <p:txBody>
          <a:bodyPr wrap="square" lIns="0" tIns="0" rIns="0" bIns="0" rtlCol="0" anchor="ctr"/>
          <a:lstStyle/>
          <a:p>
            <a:pPr indent="0" marL="0">
              <a:buNone/>
            </a:pPr>
            <a:r>
              <a:rPr lang="en-US" sz="1600" dirty="0">
                <a:solidFill>
                  <a:srgbClr val="A8323B"/>
                </a:solidFill>
                <a:latin typeface="Bricolage Grotesque" pitchFamily="34" charset="0"/>
                <a:ea typeface="Bricolage Grotesque" pitchFamily="34" charset="-122"/>
                <a:cs typeface="Bricolage Grotesque" pitchFamily="34" charset="-120"/>
              </a:rPr>
              <a:t>vacaciones</a:t>
            </a:r>
            <a:endParaRPr lang="en-US" sz="1600" dirty="0"/>
          </a:p>
        </p:txBody>
      </p:sp>
      <p:sp>
        <p:nvSpPr>
          <p:cNvPr id="11" name="Shape 9"/>
          <p:cNvSpPr/>
          <p:nvPr/>
        </p:nvSpPr>
        <p:spPr>
          <a:xfrm>
            <a:off x="7912608" y="2286000"/>
            <a:ext cx="3499104" cy="548640"/>
          </a:xfrm>
          <a:prstGeom prst="roundRect">
            <a:avLst>
              <a:gd name="adj" fmla="val 15000"/>
            </a:avLst>
          </a:prstGeom>
          <a:solidFill>
            <a:srgbClr val="FFFFFF"/>
          </a:solidFill>
          <a:ln w="12700">
            <a:solidFill>
              <a:srgbClr val="E7E1DF"/>
            </a:solidFill>
            <a:prstDash val="solid"/>
          </a:ln>
        </p:spPr>
      </p:sp>
      <p:sp>
        <p:nvSpPr>
          <p:cNvPr id="12" name="Text 10"/>
          <p:cNvSpPr/>
          <p:nvPr/>
        </p:nvSpPr>
        <p:spPr>
          <a:xfrm>
            <a:off x="8095488" y="2286000"/>
            <a:ext cx="3133344" cy="548640"/>
          </a:xfrm>
          <a:prstGeom prst="rect">
            <a:avLst/>
          </a:prstGeom>
          <a:noFill/>
          <a:ln/>
        </p:spPr>
        <p:txBody>
          <a:bodyPr wrap="square" lIns="0" tIns="0" rIns="0" bIns="0" rtlCol="0" anchor="ctr"/>
          <a:lstStyle/>
          <a:p>
            <a:pPr indent="0" marL="0">
              <a:buNone/>
            </a:pPr>
            <a:r>
              <a:rPr lang="en-US" sz="1600" dirty="0">
                <a:solidFill>
                  <a:srgbClr val="A8323B"/>
                </a:solidFill>
                <a:latin typeface="Bricolage Grotesque" pitchFamily="34" charset="0"/>
                <a:ea typeface="Bricolage Grotesque" pitchFamily="34" charset="-122"/>
                <a:cs typeface="Bricolage Grotesque" pitchFamily="34" charset="-120"/>
              </a:rPr>
              <a:t>las estaciones</a:t>
            </a:r>
            <a:endParaRPr lang="en-US" sz="1600" dirty="0"/>
          </a:p>
        </p:txBody>
      </p:sp>
      <p:sp>
        <p:nvSpPr>
          <p:cNvPr id="13" name="Shape 11"/>
          <p:cNvSpPr/>
          <p:nvPr/>
        </p:nvSpPr>
        <p:spPr>
          <a:xfrm>
            <a:off x="640080" y="2971800"/>
            <a:ext cx="3499104" cy="548640"/>
          </a:xfrm>
          <a:prstGeom prst="roundRect">
            <a:avLst>
              <a:gd name="adj" fmla="val 15000"/>
            </a:avLst>
          </a:prstGeom>
          <a:solidFill>
            <a:srgbClr val="FFFFFF"/>
          </a:solidFill>
          <a:ln w="12700">
            <a:solidFill>
              <a:srgbClr val="E7E1DF"/>
            </a:solidFill>
            <a:prstDash val="solid"/>
          </a:ln>
        </p:spPr>
      </p:sp>
      <p:sp>
        <p:nvSpPr>
          <p:cNvPr id="14" name="Text 12"/>
          <p:cNvSpPr/>
          <p:nvPr/>
        </p:nvSpPr>
        <p:spPr>
          <a:xfrm>
            <a:off x="822960" y="2971800"/>
            <a:ext cx="3133344" cy="548640"/>
          </a:xfrm>
          <a:prstGeom prst="rect">
            <a:avLst/>
          </a:prstGeom>
          <a:noFill/>
          <a:ln/>
        </p:spPr>
        <p:txBody>
          <a:bodyPr wrap="square" lIns="0" tIns="0" rIns="0" bIns="0" rtlCol="0" anchor="ctr"/>
          <a:lstStyle/>
          <a:p>
            <a:pPr indent="0" marL="0">
              <a:buNone/>
            </a:pPr>
            <a:r>
              <a:rPr lang="en-US" sz="1600" dirty="0">
                <a:solidFill>
                  <a:srgbClr val="A8323B"/>
                </a:solidFill>
                <a:latin typeface="Bricolage Grotesque" pitchFamily="34" charset="0"/>
                <a:ea typeface="Bricolage Grotesque" pitchFamily="34" charset="-122"/>
                <a:cs typeface="Bricolage Grotesque" pitchFamily="34" charset="-120"/>
              </a:rPr>
              <a:t>submarinismo</a:t>
            </a:r>
            <a:endParaRPr lang="en-US" sz="1600" dirty="0"/>
          </a:p>
        </p:txBody>
      </p:sp>
      <p:sp>
        <p:nvSpPr>
          <p:cNvPr id="15" name="Shape 13"/>
          <p:cNvSpPr/>
          <p:nvPr/>
        </p:nvSpPr>
        <p:spPr>
          <a:xfrm>
            <a:off x="4276344" y="2971800"/>
            <a:ext cx="3499104" cy="548640"/>
          </a:xfrm>
          <a:prstGeom prst="roundRect">
            <a:avLst>
              <a:gd name="adj" fmla="val 15000"/>
            </a:avLst>
          </a:prstGeom>
          <a:solidFill>
            <a:srgbClr val="FFFFFF"/>
          </a:solidFill>
          <a:ln w="12700">
            <a:solidFill>
              <a:srgbClr val="E7E1DF"/>
            </a:solidFill>
            <a:prstDash val="solid"/>
          </a:ln>
        </p:spPr>
      </p:sp>
      <p:sp>
        <p:nvSpPr>
          <p:cNvPr id="16" name="Text 14"/>
          <p:cNvSpPr/>
          <p:nvPr/>
        </p:nvSpPr>
        <p:spPr>
          <a:xfrm>
            <a:off x="4459224" y="2971800"/>
            <a:ext cx="3133344" cy="548640"/>
          </a:xfrm>
          <a:prstGeom prst="rect">
            <a:avLst/>
          </a:prstGeom>
          <a:noFill/>
          <a:ln/>
        </p:spPr>
        <p:txBody>
          <a:bodyPr wrap="square" lIns="0" tIns="0" rIns="0" bIns="0" rtlCol="0" anchor="ctr"/>
          <a:lstStyle/>
          <a:p>
            <a:pPr indent="0" marL="0">
              <a:buNone/>
            </a:pPr>
            <a:r>
              <a:rPr lang="en-US" sz="1600" dirty="0">
                <a:solidFill>
                  <a:srgbClr val="A8323B"/>
                </a:solidFill>
                <a:latin typeface="Bricolage Grotesque" pitchFamily="34" charset="0"/>
                <a:ea typeface="Bricolage Grotesque" pitchFamily="34" charset="-122"/>
                <a:cs typeface="Bricolage Grotesque" pitchFamily="34" charset="-120"/>
              </a:rPr>
              <a:t>casi nunca</a:t>
            </a:r>
            <a:endParaRPr lang="en-US" sz="1600" dirty="0"/>
          </a:p>
        </p:txBody>
      </p:sp>
      <p:sp>
        <p:nvSpPr>
          <p:cNvPr id="17" name="Shape 15"/>
          <p:cNvSpPr/>
          <p:nvPr/>
        </p:nvSpPr>
        <p:spPr>
          <a:xfrm>
            <a:off x="7912608" y="2971800"/>
            <a:ext cx="3499104" cy="548640"/>
          </a:xfrm>
          <a:prstGeom prst="roundRect">
            <a:avLst>
              <a:gd name="adj" fmla="val 15000"/>
            </a:avLst>
          </a:prstGeom>
          <a:solidFill>
            <a:srgbClr val="FFFFFF"/>
          </a:solidFill>
          <a:ln w="12700">
            <a:solidFill>
              <a:srgbClr val="E7E1DF"/>
            </a:solidFill>
            <a:prstDash val="solid"/>
          </a:ln>
        </p:spPr>
      </p:sp>
      <p:sp>
        <p:nvSpPr>
          <p:cNvPr id="18" name="Text 16"/>
          <p:cNvSpPr/>
          <p:nvPr/>
        </p:nvSpPr>
        <p:spPr>
          <a:xfrm>
            <a:off x="8095488" y="2971800"/>
            <a:ext cx="3133344" cy="548640"/>
          </a:xfrm>
          <a:prstGeom prst="rect">
            <a:avLst/>
          </a:prstGeom>
          <a:noFill/>
          <a:ln/>
        </p:spPr>
        <p:txBody>
          <a:bodyPr wrap="square" lIns="0" tIns="0" rIns="0" bIns="0" rtlCol="0" anchor="ctr"/>
          <a:lstStyle/>
          <a:p>
            <a:pPr indent="0" marL="0">
              <a:buNone/>
            </a:pPr>
            <a:r>
              <a:rPr lang="en-US" sz="1600" dirty="0">
                <a:solidFill>
                  <a:srgbClr val="A8323B"/>
                </a:solidFill>
                <a:latin typeface="Bricolage Grotesque" pitchFamily="34" charset="0"/>
                <a:ea typeface="Bricolage Grotesque" pitchFamily="34" charset="-122"/>
                <a:cs typeface="Bricolage Grotesque" pitchFamily="34" charset="-120"/>
              </a:rPr>
              <a:t>tres veces</a:t>
            </a:r>
            <a:endParaRPr lang="en-US" sz="1600" dirty="0"/>
          </a:p>
        </p:txBody>
      </p:sp>
      <p:sp>
        <p:nvSpPr>
          <p:cNvPr id="19" name="Text 17"/>
          <p:cNvSpPr/>
          <p:nvPr/>
        </p:nvSpPr>
        <p:spPr>
          <a:xfrm>
            <a:off x="640080" y="3886200"/>
            <a:ext cx="10908792" cy="365760"/>
          </a:xfrm>
          <a:prstGeom prst="rect">
            <a:avLst/>
          </a:prstGeom>
          <a:noFill/>
          <a:ln/>
        </p:spPr>
        <p:txBody>
          <a:bodyPr wrap="square" lIns="0" tIns="0" rIns="0" bIns="0" rtlCol="0" anchor="ctr"/>
          <a:lstStyle/>
          <a:p>
            <a:pPr indent="0" marL="0">
              <a:buNone/>
            </a:pPr>
            <a:r>
              <a:rPr lang="en-US" sz="1700" b="1" dirty="0">
                <a:solidFill>
                  <a:srgbClr val="A8323B"/>
                </a:solidFill>
                <a:latin typeface="Bricolage Grotesque" pitchFamily="34" charset="0"/>
                <a:ea typeface="Bricolage Grotesque" pitchFamily="34" charset="-122"/>
                <a:cs typeface="Bricolage Grotesque" pitchFamily="34" charset="-120"/>
              </a:rPr>
              <a:t>El acento en las estaciones y la frecuencia</a:t>
            </a:r>
            <a:endParaRPr lang="en-US" sz="1700" dirty="0"/>
          </a:p>
        </p:txBody>
      </p:sp>
      <p:sp>
        <p:nvSpPr>
          <p:cNvPr id="20" name="Text 18"/>
          <p:cNvSpPr/>
          <p:nvPr/>
        </p:nvSpPr>
        <p:spPr>
          <a:xfrm>
            <a:off x="640080" y="4251960"/>
            <a:ext cx="10908792" cy="457200"/>
          </a:xfrm>
          <a:prstGeom prst="rect">
            <a:avLst/>
          </a:prstGeom>
          <a:noFill/>
          <a:ln/>
        </p:spPr>
        <p:txBody>
          <a:bodyPr wrap="square" lIns="0" tIns="0" rIns="0" bIns="0" rtlCol="0" anchor="ctr"/>
          <a:lstStyle/>
          <a:p>
            <a:pPr indent="0" marL="0">
              <a:buNone/>
            </a:pPr>
            <a:r>
              <a:rPr lang="en-US" sz="1300" dirty="0">
                <a:solidFill>
                  <a:srgbClr val="6A6E78"/>
                </a:solidFill>
                <a:latin typeface="Inter" pitchFamily="34" charset="0"/>
                <a:ea typeface="Inter" pitchFamily="34" charset="-122"/>
                <a:cs typeface="Inter" pitchFamily="34" charset="-120"/>
              </a:rPr>
              <a:t>De klemtoon ligt vast. Klap mee terwijl je het zegt.</a:t>
            </a:r>
            <a:endParaRPr lang="en-US" sz="1300" dirty="0"/>
          </a:p>
        </p:txBody>
      </p:sp>
      <p:sp>
        <p:nvSpPr>
          <p:cNvPr id="21" name="Text 19"/>
          <p:cNvSpPr/>
          <p:nvPr/>
        </p:nvSpPr>
        <p:spPr>
          <a:xfrm>
            <a:off x="822960" y="4754880"/>
            <a:ext cx="10543032" cy="292608"/>
          </a:xfrm>
          <a:prstGeom prst="rect">
            <a:avLst/>
          </a:prstGeom>
          <a:noFill/>
          <a:ln/>
        </p:spPr>
        <p:txBody>
          <a:bodyPr wrap="square" lIns="0" tIns="0" rIns="0" bIns="0" rtlCol="0" anchor="ctr"/>
          <a:lstStyle/>
          <a:p>
            <a:pPr indent="0" marL="0">
              <a:buNone/>
            </a:pPr>
            <a:r>
              <a:rPr lang="en-US" sz="1350" dirty="0">
                <a:solidFill>
                  <a:srgbClr val="20242E"/>
                </a:solidFill>
                <a:latin typeface="Inter" pitchFamily="34" charset="0"/>
                <a:ea typeface="Inter" pitchFamily="34" charset="-122"/>
                <a:cs typeface="Inter" pitchFamily="34" charset="-120"/>
              </a:rPr>
              <a:t>primavera  ·  pri·ma·VE·ra</a:t>
            </a:r>
            <a:endParaRPr lang="en-US" sz="1350" dirty="0"/>
          </a:p>
        </p:txBody>
      </p:sp>
      <p:sp>
        <p:nvSpPr>
          <p:cNvPr id="22" name="Text 20"/>
          <p:cNvSpPr/>
          <p:nvPr/>
        </p:nvSpPr>
        <p:spPr>
          <a:xfrm>
            <a:off x="822960" y="5065776"/>
            <a:ext cx="10543032" cy="292608"/>
          </a:xfrm>
          <a:prstGeom prst="rect">
            <a:avLst/>
          </a:prstGeom>
          <a:noFill/>
          <a:ln/>
        </p:spPr>
        <p:txBody>
          <a:bodyPr wrap="square" lIns="0" tIns="0" rIns="0" bIns="0" rtlCol="0" anchor="ctr"/>
          <a:lstStyle/>
          <a:p>
            <a:pPr indent="0" marL="0">
              <a:buNone/>
            </a:pPr>
            <a:r>
              <a:rPr lang="en-US" sz="1350" dirty="0">
                <a:solidFill>
                  <a:srgbClr val="20242E"/>
                </a:solidFill>
                <a:latin typeface="Inter" pitchFamily="34" charset="0"/>
                <a:ea typeface="Inter" pitchFamily="34" charset="-122"/>
                <a:cs typeface="Inter" pitchFamily="34" charset="-120"/>
              </a:rPr>
              <a:t>verano  ·  ve·RA·no</a:t>
            </a:r>
            <a:endParaRPr lang="en-US" sz="1350" dirty="0"/>
          </a:p>
        </p:txBody>
      </p:sp>
      <p:sp>
        <p:nvSpPr>
          <p:cNvPr id="23" name="Text 21"/>
          <p:cNvSpPr/>
          <p:nvPr/>
        </p:nvSpPr>
        <p:spPr>
          <a:xfrm>
            <a:off x="822960" y="5376672"/>
            <a:ext cx="10543032" cy="292608"/>
          </a:xfrm>
          <a:prstGeom prst="rect">
            <a:avLst/>
          </a:prstGeom>
          <a:noFill/>
          <a:ln/>
        </p:spPr>
        <p:txBody>
          <a:bodyPr wrap="square" lIns="0" tIns="0" rIns="0" bIns="0" rtlCol="0" anchor="ctr"/>
          <a:lstStyle/>
          <a:p>
            <a:pPr indent="0" marL="0">
              <a:buNone/>
            </a:pPr>
            <a:r>
              <a:rPr lang="en-US" sz="1350" dirty="0">
                <a:solidFill>
                  <a:srgbClr val="20242E"/>
                </a:solidFill>
                <a:latin typeface="Inter" pitchFamily="34" charset="0"/>
                <a:ea typeface="Inter" pitchFamily="34" charset="-122"/>
                <a:cs typeface="Inter" pitchFamily="34" charset="-120"/>
              </a:rPr>
              <a:t>otoño  ·  o·TO·ño</a:t>
            </a:r>
            <a:endParaRPr lang="en-US" sz="1350" dirty="0"/>
          </a:p>
        </p:txBody>
      </p:sp>
      <p:sp>
        <p:nvSpPr>
          <p:cNvPr id="24" name="Text 22"/>
          <p:cNvSpPr/>
          <p:nvPr/>
        </p:nvSpPr>
        <p:spPr>
          <a:xfrm>
            <a:off x="822960" y="5687568"/>
            <a:ext cx="10543032" cy="292608"/>
          </a:xfrm>
          <a:prstGeom prst="rect">
            <a:avLst/>
          </a:prstGeom>
          <a:noFill/>
          <a:ln/>
        </p:spPr>
        <p:txBody>
          <a:bodyPr wrap="square" lIns="0" tIns="0" rIns="0" bIns="0" rtlCol="0" anchor="ctr"/>
          <a:lstStyle/>
          <a:p>
            <a:pPr indent="0" marL="0">
              <a:buNone/>
            </a:pPr>
            <a:r>
              <a:rPr lang="en-US" sz="1350" dirty="0">
                <a:solidFill>
                  <a:srgbClr val="20242E"/>
                </a:solidFill>
                <a:latin typeface="Inter" pitchFamily="34" charset="0"/>
                <a:ea typeface="Inter" pitchFamily="34" charset="-122"/>
                <a:cs typeface="Inter" pitchFamily="34" charset="-120"/>
              </a:rPr>
              <a:t>invierno  ·  in·VIER·no</a:t>
            </a:r>
            <a:endParaRPr lang="en-US" sz="1350" dirty="0"/>
          </a:p>
        </p:txBody>
      </p:sp>
      <p:sp>
        <p:nvSpPr>
          <p:cNvPr id="25" name="Text 23"/>
          <p:cNvSpPr/>
          <p:nvPr/>
        </p:nvSpPr>
        <p:spPr>
          <a:xfrm>
            <a:off x="822960" y="5998464"/>
            <a:ext cx="10543032" cy="292608"/>
          </a:xfrm>
          <a:prstGeom prst="rect">
            <a:avLst/>
          </a:prstGeom>
          <a:noFill/>
          <a:ln/>
        </p:spPr>
        <p:txBody>
          <a:bodyPr wrap="square" lIns="0" tIns="0" rIns="0" bIns="0" rtlCol="0" anchor="ctr"/>
          <a:lstStyle/>
          <a:p>
            <a:pPr indent="0" marL="0">
              <a:buNone/>
            </a:pPr>
            <a:r>
              <a:rPr lang="en-US" sz="1350" dirty="0">
                <a:solidFill>
                  <a:srgbClr val="20242E"/>
                </a:solidFill>
                <a:latin typeface="Inter" pitchFamily="34" charset="0"/>
                <a:ea typeface="Inter" pitchFamily="34" charset="-122"/>
                <a:cs typeface="Inter" pitchFamily="34" charset="-120"/>
              </a:rPr>
              <a:t>siempre  ·  SIEM·pre</a:t>
            </a:r>
            <a:endParaRPr lang="en-US" sz="13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CFBF8"/>
        </a:solidFill>
      </p:bgPr>
    </p:bg>
    <p:spTree>
      <p:nvGrpSpPr>
        <p:cNvPr id="1" name=""/>
        <p:cNvGrpSpPr/>
        <p:nvPr/>
      </p:nvGrpSpPr>
      <p:grpSpPr>
        <a:xfrm>
          <a:off x="0" y="0"/>
          <a:ext cx="0" cy="0"/>
          <a:chOff x="0" y="0"/>
          <a:chExt cx="0" cy="0"/>
        </a:xfrm>
      </p:grpSpPr>
      <p:sp>
        <p:nvSpPr>
          <p:cNvPr id="2" name="Shape 0"/>
          <p:cNvSpPr/>
          <p:nvPr/>
        </p:nvSpPr>
        <p:spPr>
          <a:xfrm>
            <a:off x="0" y="0"/>
            <a:ext cx="12188952" cy="822960"/>
          </a:xfrm>
          <a:prstGeom prst="rect">
            <a:avLst/>
          </a:prstGeom>
          <a:solidFill>
            <a:srgbClr val="D64550"/>
          </a:solidFill>
          <a:ln/>
        </p:spPr>
      </p:sp>
      <p:sp>
        <p:nvSpPr>
          <p:cNvPr id="3" name="Text 1"/>
          <p:cNvSpPr/>
          <p:nvPr/>
        </p:nvSpPr>
        <p:spPr>
          <a:xfrm>
            <a:off x="502920" y="109728"/>
            <a:ext cx="9262872" cy="603504"/>
          </a:xfrm>
          <a:prstGeom prst="rect">
            <a:avLst/>
          </a:prstGeom>
          <a:noFill/>
          <a:ln/>
        </p:spPr>
        <p:txBody>
          <a:bodyPr wrap="square" lIns="0" tIns="0" rIns="0" bIns="0" rtlCol="0" anchor="ctr"/>
          <a:lstStyle/>
          <a:p>
            <a:pPr indent="0" marL="0">
              <a:buNone/>
            </a:pPr>
            <a:r>
              <a:rPr lang="en-US" sz="2600" b="1" dirty="0">
                <a:solidFill>
                  <a:srgbClr val="FFFFFF"/>
                </a:solidFill>
                <a:latin typeface="Bricolage Grotesque" pitchFamily="34" charset="0"/>
                <a:ea typeface="Bricolage Grotesque" pitchFamily="34" charset="-122"/>
                <a:cs typeface="Bricolage Grotesque" pitchFamily="34" charset="-120"/>
              </a:rPr>
              <a:t>Me gusta · te gusta · le gusta</a:t>
            </a:r>
            <a:endParaRPr lang="en-US" sz="2600" dirty="0"/>
          </a:p>
        </p:txBody>
      </p:sp>
      <p:sp>
        <p:nvSpPr>
          <p:cNvPr id="4" name="Text 2"/>
          <p:cNvSpPr/>
          <p:nvPr/>
        </p:nvSpPr>
        <p:spPr>
          <a:xfrm>
            <a:off x="8622792" y="182880"/>
            <a:ext cx="3063240" cy="457200"/>
          </a:xfrm>
          <a:prstGeom prst="rect">
            <a:avLst/>
          </a:prstGeom>
          <a:noFill/>
          <a:ln/>
        </p:spPr>
        <p:txBody>
          <a:bodyPr wrap="square" lIns="0" tIns="0" rIns="0" bIns="0" rtlCol="0" anchor="ctr"/>
          <a:lstStyle/>
          <a:p>
            <a:pPr algn="r" indent="0" marL="0">
              <a:buNone/>
            </a:pPr>
            <a:r>
              <a:rPr lang="en-US" sz="1200" dirty="0">
                <a:solidFill>
                  <a:srgbClr val="FFFFFF"/>
                </a:solidFill>
                <a:latin typeface="Inter" pitchFamily="34" charset="0"/>
                <a:ea typeface="Inter" pitchFamily="34" charset="-122"/>
                <a:cs typeface="Inter" pitchFamily="34" charset="-120"/>
              </a:rPr>
              <a:t>zeggen wat je graag doet — en hoe graag</a:t>
            </a:r>
            <a:endParaRPr lang="en-US" sz="1200" dirty="0"/>
          </a:p>
        </p:txBody>
      </p:sp>
      <p:sp>
        <p:nvSpPr>
          <p:cNvPr id="5" name="Shape 3"/>
          <p:cNvSpPr/>
          <p:nvPr/>
        </p:nvSpPr>
        <p:spPr>
          <a:xfrm>
            <a:off x="640080" y="1188720"/>
            <a:ext cx="10908792" cy="777240"/>
          </a:xfrm>
          <a:prstGeom prst="roundRect">
            <a:avLst>
              <a:gd name="adj" fmla="val 10588"/>
            </a:avLst>
          </a:prstGeom>
          <a:solidFill>
            <a:srgbClr val="FFFFFF"/>
          </a:solidFill>
          <a:ln w="12700">
            <a:solidFill>
              <a:srgbClr val="E7E1DF"/>
            </a:solidFill>
            <a:prstDash val="solid"/>
          </a:ln>
        </p:spPr>
      </p:sp>
      <p:sp>
        <p:nvSpPr>
          <p:cNvPr id="6" name="Text 4"/>
          <p:cNvSpPr/>
          <p:nvPr/>
        </p:nvSpPr>
        <p:spPr>
          <a:xfrm>
            <a:off x="914400" y="1243584"/>
            <a:ext cx="4937760" cy="365760"/>
          </a:xfrm>
          <a:prstGeom prst="rect">
            <a:avLst/>
          </a:prstGeom>
          <a:noFill/>
          <a:ln/>
        </p:spPr>
        <p:txBody>
          <a:bodyPr wrap="square" lIns="0" tIns="0" rIns="0" bIns="0" rtlCol="0" anchor="ctr"/>
          <a:lstStyle/>
          <a:p>
            <a:pPr indent="0" marL="0">
              <a:buNone/>
            </a:pPr>
            <a:r>
              <a:rPr lang="en-US" sz="1700" b="1" dirty="0">
                <a:solidFill>
                  <a:srgbClr val="20242E"/>
                </a:solidFill>
                <a:latin typeface="Bricolage Grotesque" pitchFamily="34" charset="0"/>
                <a:ea typeface="Bricolage Grotesque" pitchFamily="34" charset="-122"/>
                <a:cs typeface="Bricolage Grotesque" pitchFamily="34" charset="-120"/>
              </a:rPr>
              <a:t>A mí me gusta el cine</a:t>
            </a:r>
            <a:endParaRPr lang="en-US" sz="1700" dirty="0"/>
          </a:p>
        </p:txBody>
      </p:sp>
      <p:sp>
        <p:nvSpPr>
          <p:cNvPr id="7" name="Text 5"/>
          <p:cNvSpPr/>
          <p:nvPr/>
        </p:nvSpPr>
        <p:spPr>
          <a:xfrm>
            <a:off x="914400" y="1609344"/>
            <a:ext cx="4937760" cy="292608"/>
          </a:xfrm>
          <a:prstGeom prst="rect">
            <a:avLst/>
          </a:prstGeom>
          <a:noFill/>
          <a:ln/>
        </p:spPr>
        <p:txBody>
          <a:bodyPr wrap="square" lIns="0" tIns="0" rIns="0" bIns="0" rtlCol="0" anchor="ctr"/>
          <a:lstStyle/>
          <a:p>
            <a:pPr indent="0" marL="0">
              <a:buNone/>
            </a:pPr>
            <a:r>
              <a:rPr lang="en-US" sz="1250" dirty="0">
                <a:solidFill>
                  <a:srgbClr val="A8323B"/>
                </a:solidFill>
                <a:latin typeface="Inter" pitchFamily="34" charset="0"/>
                <a:ea typeface="Inter" pitchFamily="34" charset="-122"/>
                <a:cs typeface="Inter" pitchFamily="34" charset="-120"/>
              </a:rPr>
              <a:t>yo</a:t>
            </a:r>
            <a:endParaRPr lang="en-US" sz="1250" dirty="0"/>
          </a:p>
        </p:txBody>
      </p:sp>
      <p:sp>
        <p:nvSpPr>
          <p:cNvPr id="8" name="Shape 6"/>
          <p:cNvSpPr/>
          <p:nvPr/>
        </p:nvSpPr>
        <p:spPr>
          <a:xfrm>
            <a:off x="640080" y="2103120"/>
            <a:ext cx="10908792" cy="777240"/>
          </a:xfrm>
          <a:prstGeom prst="roundRect">
            <a:avLst>
              <a:gd name="adj" fmla="val 10588"/>
            </a:avLst>
          </a:prstGeom>
          <a:solidFill>
            <a:srgbClr val="FFFFFF"/>
          </a:solidFill>
          <a:ln w="12700">
            <a:solidFill>
              <a:srgbClr val="E7E1DF"/>
            </a:solidFill>
            <a:prstDash val="solid"/>
          </a:ln>
        </p:spPr>
      </p:sp>
      <p:sp>
        <p:nvSpPr>
          <p:cNvPr id="9" name="Text 7"/>
          <p:cNvSpPr/>
          <p:nvPr/>
        </p:nvSpPr>
        <p:spPr>
          <a:xfrm>
            <a:off x="914400" y="2157984"/>
            <a:ext cx="4937760" cy="365760"/>
          </a:xfrm>
          <a:prstGeom prst="rect">
            <a:avLst/>
          </a:prstGeom>
          <a:noFill/>
          <a:ln/>
        </p:spPr>
        <p:txBody>
          <a:bodyPr wrap="square" lIns="0" tIns="0" rIns="0" bIns="0" rtlCol="0" anchor="ctr"/>
          <a:lstStyle/>
          <a:p>
            <a:pPr indent="0" marL="0">
              <a:buNone/>
            </a:pPr>
            <a:r>
              <a:rPr lang="en-US" sz="1700" b="1" dirty="0">
                <a:solidFill>
                  <a:srgbClr val="20242E"/>
                </a:solidFill>
                <a:latin typeface="Bricolage Grotesque" pitchFamily="34" charset="0"/>
                <a:ea typeface="Bricolage Grotesque" pitchFamily="34" charset="-122"/>
                <a:cs typeface="Bricolage Grotesque" pitchFamily="34" charset="-120"/>
              </a:rPr>
              <a:t>A ti te gusta el yoga</a:t>
            </a:r>
            <a:endParaRPr lang="en-US" sz="1700" dirty="0"/>
          </a:p>
        </p:txBody>
      </p:sp>
      <p:sp>
        <p:nvSpPr>
          <p:cNvPr id="10" name="Text 8"/>
          <p:cNvSpPr/>
          <p:nvPr/>
        </p:nvSpPr>
        <p:spPr>
          <a:xfrm>
            <a:off x="914400" y="2523744"/>
            <a:ext cx="4937760" cy="292608"/>
          </a:xfrm>
          <a:prstGeom prst="rect">
            <a:avLst/>
          </a:prstGeom>
          <a:noFill/>
          <a:ln/>
        </p:spPr>
        <p:txBody>
          <a:bodyPr wrap="square" lIns="0" tIns="0" rIns="0" bIns="0" rtlCol="0" anchor="ctr"/>
          <a:lstStyle/>
          <a:p>
            <a:pPr indent="0" marL="0">
              <a:buNone/>
            </a:pPr>
            <a:r>
              <a:rPr lang="en-US" sz="1250" dirty="0">
                <a:solidFill>
                  <a:srgbClr val="A8323B"/>
                </a:solidFill>
                <a:latin typeface="Inter" pitchFamily="34" charset="0"/>
                <a:ea typeface="Inter" pitchFamily="34" charset="-122"/>
                <a:cs typeface="Inter" pitchFamily="34" charset="-120"/>
              </a:rPr>
              <a:t>tú</a:t>
            </a:r>
            <a:endParaRPr lang="en-US" sz="1250" dirty="0"/>
          </a:p>
        </p:txBody>
      </p:sp>
      <p:sp>
        <p:nvSpPr>
          <p:cNvPr id="11" name="Shape 9"/>
          <p:cNvSpPr/>
          <p:nvPr/>
        </p:nvSpPr>
        <p:spPr>
          <a:xfrm>
            <a:off x="640080" y="3017520"/>
            <a:ext cx="10908792" cy="777240"/>
          </a:xfrm>
          <a:prstGeom prst="roundRect">
            <a:avLst>
              <a:gd name="adj" fmla="val 10588"/>
            </a:avLst>
          </a:prstGeom>
          <a:solidFill>
            <a:srgbClr val="FFFFFF"/>
          </a:solidFill>
          <a:ln w="12700">
            <a:solidFill>
              <a:srgbClr val="E7E1DF"/>
            </a:solidFill>
            <a:prstDash val="solid"/>
          </a:ln>
        </p:spPr>
      </p:sp>
      <p:sp>
        <p:nvSpPr>
          <p:cNvPr id="12" name="Text 10"/>
          <p:cNvSpPr/>
          <p:nvPr/>
        </p:nvSpPr>
        <p:spPr>
          <a:xfrm>
            <a:off x="914400" y="3072384"/>
            <a:ext cx="4937760" cy="365760"/>
          </a:xfrm>
          <a:prstGeom prst="rect">
            <a:avLst/>
          </a:prstGeom>
          <a:noFill/>
          <a:ln/>
        </p:spPr>
        <p:txBody>
          <a:bodyPr wrap="square" lIns="0" tIns="0" rIns="0" bIns="0" rtlCol="0" anchor="ctr"/>
          <a:lstStyle/>
          <a:p>
            <a:pPr indent="0" marL="0">
              <a:buNone/>
            </a:pPr>
            <a:r>
              <a:rPr lang="en-US" sz="1700" b="1" dirty="0">
                <a:solidFill>
                  <a:srgbClr val="20242E"/>
                </a:solidFill>
                <a:latin typeface="Bricolage Grotesque" pitchFamily="34" charset="0"/>
                <a:ea typeface="Bricolage Grotesque" pitchFamily="34" charset="-122"/>
                <a:cs typeface="Bricolage Grotesque" pitchFamily="34" charset="-120"/>
              </a:rPr>
              <a:t>A él/ella le gusta el submarinismo</a:t>
            </a:r>
            <a:endParaRPr lang="en-US" sz="1700" dirty="0"/>
          </a:p>
        </p:txBody>
      </p:sp>
      <p:sp>
        <p:nvSpPr>
          <p:cNvPr id="13" name="Text 11"/>
          <p:cNvSpPr/>
          <p:nvPr/>
        </p:nvSpPr>
        <p:spPr>
          <a:xfrm>
            <a:off x="914400" y="3438144"/>
            <a:ext cx="4937760" cy="292608"/>
          </a:xfrm>
          <a:prstGeom prst="rect">
            <a:avLst/>
          </a:prstGeom>
          <a:noFill/>
          <a:ln/>
        </p:spPr>
        <p:txBody>
          <a:bodyPr wrap="square" lIns="0" tIns="0" rIns="0" bIns="0" rtlCol="0" anchor="ctr"/>
          <a:lstStyle/>
          <a:p>
            <a:pPr indent="0" marL="0">
              <a:buNone/>
            </a:pPr>
            <a:r>
              <a:rPr lang="en-US" sz="1250" dirty="0">
                <a:solidFill>
                  <a:srgbClr val="A8323B"/>
                </a:solidFill>
                <a:latin typeface="Inter" pitchFamily="34" charset="0"/>
                <a:ea typeface="Inter" pitchFamily="34" charset="-122"/>
                <a:cs typeface="Inter" pitchFamily="34" charset="-120"/>
              </a:rPr>
              <a:t>él · ella</a:t>
            </a:r>
            <a:endParaRPr lang="en-US" sz="1250" dirty="0"/>
          </a:p>
        </p:txBody>
      </p:sp>
      <p:sp>
        <p:nvSpPr>
          <p:cNvPr id="14" name="Shape 12"/>
          <p:cNvSpPr/>
          <p:nvPr/>
        </p:nvSpPr>
        <p:spPr>
          <a:xfrm>
            <a:off x="640080" y="3931920"/>
            <a:ext cx="10908792" cy="777240"/>
          </a:xfrm>
          <a:prstGeom prst="roundRect">
            <a:avLst>
              <a:gd name="adj" fmla="val 10588"/>
            </a:avLst>
          </a:prstGeom>
          <a:solidFill>
            <a:srgbClr val="FFFFFF"/>
          </a:solidFill>
          <a:ln w="12700">
            <a:solidFill>
              <a:srgbClr val="E7E1DF"/>
            </a:solidFill>
            <a:prstDash val="solid"/>
          </a:ln>
        </p:spPr>
      </p:sp>
      <p:sp>
        <p:nvSpPr>
          <p:cNvPr id="15" name="Text 13"/>
          <p:cNvSpPr/>
          <p:nvPr/>
        </p:nvSpPr>
        <p:spPr>
          <a:xfrm>
            <a:off x="914400" y="3986784"/>
            <a:ext cx="4937760" cy="365760"/>
          </a:xfrm>
          <a:prstGeom prst="rect">
            <a:avLst/>
          </a:prstGeom>
          <a:noFill/>
          <a:ln/>
        </p:spPr>
        <p:txBody>
          <a:bodyPr wrap="square" lIns="0" tIns="0" rIns="0" bIns="0" rtlCol="0" anchor="ctr"/>
          <a:lstStyle/>
          <a:p>
            <a:pPr indent="0" marL="0">
              <a:buNone/>
            </a:pPr>
            <a:r>
              <a:rPr lang="en-US" sz="1700" b="1" dirty="0">
                <a:solidFill>
                  <a:srgbClr val="20242E"/>
                </a:solidFill>
                <a:latin typeface="Bricolage Grotesque" pitchFamily="34" charset="0"/>
                <a:ea typeface="Bricolage Grotesque" pitchFamily="34" charset="-122"/>
                <a:cs typeface="Bricolage Grotesque" pitchFamily="34" charset="-120"/>
              </a:rPr>
              <a:t>Me encanta la playa</a:t>
            </a:r>
            <a:endParaRPr lang="en-US" sz="1700" dirty="0"/>
          </a:p>
        </p:txBody>
      </p:sp>
      <p:sp>
        <p:nvSpPr>
          <p:cNvPr id="16" name="Text 14"/>
          <p:cNvSpPr/>
          <p:nvPr/>
        </p:nvSpPr>
        <p:spPr>
          <a:xfrm>
            <a:off x="914400" y="4352544"/>
            <a:ext cx="4937760" cy="292608"/>
          </a:xfrm>
          <a:prstGeom prst="rect">
            <a:avLst/>
          </a:prstGeom>
          <a:noFill/>
          <a:ln/>
        </p:spPr>
        <p:txBody>
          <a:bodyPr wrap="square" lIns="0" tIns="0" rIns="0" bIns="0" rtlCol="0" anchor="ctr"/>
          <a:lstStyle/>
          <a:p>
            <a:pPr indent="0" marL="0">
              <a:buNone/>
            </a:pPr>
            <a:r>
              <a:rPr lang="en-US" sz="1250" dirty="0">
                <a:solidFill>
                  <a:srgbClr val="A8323B"/>
                </a:solidFill>
                <a:latin typeface="Inter" pitchFamily="34" charset="0"/>
                <a:ea typeface="Inter" pitchFamily="34" charset="-122"/>
                <a:cs typeface="Inter" pitchFamily="34" charset="-120"/>
              </a:rPr>
              <a:t>más fuerte</a:t>
            </a:r>
            <a:endParaRPr lang="en-US" sz="1250" dirty="0"/>
          </a:p>
        </p:txBody>
      </p:sp>
      <p:sp>
        <p:nvSpPr>
          <p:cNvPr id="17" name="Shape 15"/>
          <p:cNvSpPr/>
          <p:nvPr/>
        </p:nvSpPr>
        <p:spPr>
          <a:xfrm>
            <a:off x="640080" y="4846320"/>
            <a:ext cx="10908792" cy="777240"/>
          </a:xfrm>
          <a:prstGeom prst="roundRect">
            <a:avLst>
              <a:gd name="adj" fmla="val 10588"/>
            </a:avLst>
          </a:prstGeom>
          <a:solidFill>
            <a:srgbClr val="FFFFFF"/>
          </a:solidFill>
          <a:ln w="12700">
            <a:solidFill>
              <a:srgbClr val="E7E1DF"/>
            </a:solidFill>
            <a:prstDash val="solid"/>
          </a:ln>
        </p:spPr>
      </p:sp>
      <p:sp>
        <p:nvSpPr>
          <p:cNvPr id="18" name="Text 16"/>
          <p:cNvSpPr/>
          <p:nvPr/>
        </p:nvSpPr>
        <p:spPr>
          <a:xfrm>
            <a:off x="914400" y="4901184"/>
            <a:ext cx="4937760" cy="365760"/>
          </a:xfrm>
          <a:prstGeom prst="rect">
            <a:avLst/>
          </a:prstGeom>
          <a:noFill/>
          <a:ln/>
        </p:spPr>
        <p:txBody>
          <a:bodyPr wrap="square" lIns="0" tIns="0" rIns="0" bIns="0" rtlCol="0" anchor="ctr"/>
          <a:lstStyle/>
          <a:p>
            <a:pPr indent="0" marL="0">
              <a:buNone/>
            </a:pPr>
            <a:r>
              <a:rPr lang="en-US" sz="1700" b="1" dirty="0">
                <a:solidFill>
                  <a:srgbClr val="20242E"/>
                </a:solidFill>
                <a:latin typeface="Bricolage Grotesque" pitchFamily="34" charset="0"/>
                <a:ea typeface="Bricolage Grotesque" pitchFamily="34" charset="-122"/>
                <a:cs typeface="Bricolage Grotesque" pitchFamily="34" charset="-120"/>
              </a:rPr>
              <a:t>No soporto el frío</a:t>
            </a:r>
            <a:endParaRPr lang="en-US" sz="1700" dirty="0"/>
          </a:p>
        </p:txBody>
      </p:sp>
      <p:sp>
        <p:nvSpPr>
          <p:cNvPr id="19" name="Text 17"/>
          <p:cNvSpPr/>
          <p:nvPr/>
        </p:nvSpPr>
        <p:spPr>
          <a:xfrm>
            <a:off x="914400" y="5266944"/>
            <a:ext cx="4937760" cy="292608"/>
          </a:xfrm>
          <a:prstGeom prst="rect">
            <a:avLst/>
          </a:prstGeom>
          <a:noFill/>
          <a:ln/>
        </p:spPr>
        <p:txBody>
          <a:bodyPr wrap="square" lIns="0" tIns="0" rIns="0" bIns="0" rtlCol="0" anchor="ctr"/>
          <a:lstStyle/>
          <a:p>
            <a:pPr indent="0" marL="0">
              <a:buNone/>
            </a:pPr>
            <a:r>
              <a:rPr lang="en-US" sz="1250" dirty="0">
                <a:solidFill>
                  <a:srgbClr val="A8323B"/>
                </a:solidFill>
                <a:latin typeface="Inter" pitchFamily="34" charset="0"/>
                <a:ea typeface="Inter" pitchFamily="34" charset="-122"/>
                <a:cs typeface="Inter" pitchFamily="34" charset="-120"/>
              </a:rPr>
              <a:t>lo contrario</a:t>
            </a:r>
            <a:endParaRPr lang="en-US" sz="1250" dirty="0"/>
          </a:p>
        </p:txBody>
      </p:sp>
      <p:sp>
        <p:nvSpPr>
          <p:cNvPr id="20" name="Shape 18"/>
          <p:cNvSpPr/>
          <p:nvPr/>
        </p:nvSpPr>
        <p:spPr>
          <a:xfrm>
            <a:off x="640080" y="5760720"/>
            <a:ext cx="10908792" cy="777240"/>
          </a:xfrm>
          <a:prstGeom prst="roundRect">
            <a:avLst>
              <a:gd name="adj" fmla="val 10588"/>
            </a:avLst>
          </a:prstGeom>
          <a:solidFill>
            <a:srgbClr val="FFFFFF"/>
          </a:solidFill>
          <a:ln w="12700">
            <a:solidFill>
              <a:srgbClr val="E7E1DF"/>
            </a:solidFill>
            <a:prstDash val="solid"/>
          </a:ln>
        </p:spPr>
      </p:sp>
      <p:sp>
        <p:nvSpPr>
          <p:cNvPr id="21" name="Text 19"/>
          <p:cNvSpPr/>
          <p:nvPr/>
        </p:nvSpPr>
        <p:spPr>
          <a:xfrm>
            <a:off x="914400" y="5815584"/>
            <a:ext cx="4937760" cy="365760"/>
          </a:xfrm>
          <a:prstGeom prst="rect">
            <a:avLst/>
          </a:prstGeom>
          <a:noFill/>
          <a:ln/>
        </p:spPr>
        <p:txBody>
          <a:bodyPr wrap="square" lIns="0" tIns="0" rIns="0" bIns="0" rtlCol="0" anchor="ctr"/>
          <a:lstStyle/>
          <a:p>
            <a:pPr indent="0" marL="0">
              <a:buNone/>
            </a:pPr>
            <a:r>
              <a:rPr lang="en-US" sz="1700" b="1" dirty="0">
                <a:solidFill>
                  <a:srgbClr val="20242E"/>
                </a:solidFill>
                <a:latin typeface="Bricolage Grotesque" pitchFamily="34" charset="0"/>
                <a:ea typeface="Bricolage Grotesque" pitchFamily="34" charset="-122"/>
                <a:cs typeface="Bricolage Grotesque" pitchFamily="34" charset="-120"/>
              </a:rPr>
              <a:t>Prefiero el verano</a:t>
            </a:r>
            <a:endParaRPr lang="en-US" sz="1700" dirty="0"/>
          </a:p>
        </p:txBody>
      </p:sp>
      <p:sp>
        <p:nvSpPr>
          <p:cNvPr id="22" name="Text 20"/>
          <p:cNvSpPr/>
          <p:nvPr/>
        </p:nvSpPr>
        <p:spPr>
          <a:xfrm>
            <a:off x="914400" y="6181344"/>
            <a:ext cx="4937760" cy="292608"/>
          </a:xfrm>
          <a:prstGeom prst="rect">
            <a:avLst/>
          </a:prstGeom>
          <a:noFill/>
          <a:ln/>
        </p:spPr>
        <p:txBody>
          <a:bodyPr wrap="square" lIns="0" tIns="0" rIns="0" bIns="0" rtlCol="0" anchor="ctr"/>
          <a:lstStyle/>
          <a:p>
            <a:pPr indent="0" marL="0">
              <a:buNone/>
            </a:pPr>
            <a:r>
              <a:rPr lang="en-US" sz="1250" dirty="0">
                <a:solidFill>
                  <a:srgbClr val="A8323B"/>
                </a:solidFill>
                <a:latin typeface="Inter" pitchFamily="34" charset="0"/>
                <a:ea typeface="Inter" pitchFamily="34" charset="-122"/>
                <a:cs typeface="Inter" pitchFamily="34" charset="-120"/>
              </a:rPr>
              <a:t>elegir</a:t>
            </a:r>
            <a:endParaRPr lang="en-US" sz="1250" dirty="0"/>
          </a:p>
        </p:txBody>
      </p:sp>
      <p:sp>
        <p:nvSpPr>
          <p:cNvPr id="23" name="Shape 21"/>
          <p:cNvSpPr/>
          <p:nvPr/>
        </p:nvSpPr>
        <p:spPr>
          <a:xfrm>
            <a:off x="640080" y="6858000"/>
            <a:ext cx="10908792" cy="914400"/>
          </a:xfrm>
          <a:prstGeom prst="roundRect">
            <a:avLst>
              <a:gd name="adj" fmla="val 10000"/>
            </a:avLst>
          </a:prstGeom>
          <a:solidFill>
            <a:srgbClr val="FBEAEC"/>
          </a:solidFill>
          <a:ln w="12700">
            <a:solidFill>
              <a:srgbClr val="FBEAEC"/>
            </a:solidFill>
            <a:prstDash val="solid"/>
          </a:ln>
        </p:spPr>
      </p:sp>
      <p:sp>
        <p:nvSpPr>
          <p:cNvPr id="24" name="Text 22"/>
          <p:cNvSpPr/>
          <p:nvPr/>
        </p:nvSpPr>
        <p:spPr>
          <a:xfrm>
            <a:off x="914400" y="6858000"/>
            <a:ext cx="10360152" cy="914400"/>
          </a:xfrm>
          <a:prstGeom prst="rect">
            <a:avLst/>
          </a:prstGeom>
          <a:noFill/>
          <a:ln/>
        </p:spPr>
        <p:txBody>
          <a:bodyPr wrap="square" lIns="0" tIns="0" rIns="0" bIns="0" rtlCol="0" anchor="ctr"/>
          <a:lstStyle/>
          <a:p>
            <a:pPr indent="0" marL="0">
              <a:buNone/>
            </a:pPr>
            <a:r>
              <a:rPr lang="en-US" sz="1350" b="1" dirty="0">
                <a:solidFill>
                  <a:srgbClr val="A8323B"/>
                </a:solidFill>
                <a:latin typeface="Inter" pitchFamily="34" charset="0"/>
                <a:ea typeface="Inter" pitchFamily="34" charset="-122"/>
                <a:cs typeface="Inter" pitchFamily="34" charset="-120"/>
              </a:rPr>
              <a:t>¡Ojo!  </a:t>
            </a:r>
            <a:pPr indent="0" marL="0">
              <a:buNone/>
            </a:pPr>
            <a:r>
              <a:rPr lang="en-US" sz="1350" dirty="0">
                <a:solidFill>
                  <a:srgbClr val="20242E"/>
                </a:solidFill>
                <a:latin typeface="Inter" pitchFamily="34" charset="0"/>
                <a:ea typeface="Inter" pitchFamily="34" charset="-122"/>
                <a:cs typeface="Inter" pitchFamily="34" charset="-120"/>
              </a:rPr>
              <a:t>Twee dingen tegelijk. Eén: het is me gusta, niet «yo gusto» — het Spaans zegt letterlijk «het bevalt mij». Twee: hace frío gaat over het wéér, tengo frío over jóú. «Estoy frío» bestaat niet.</a:t>
            </a:r>
            <a:endParaRPr lang="en-US" sz="13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CFBF8"/>
        </a:solidFill>
      </p:bgPr>
    </p:bg>
    <p:spTree>
      <p:nvGrpSpPr>
        <p:cNvPr id="1" name=""/>
        <p:cNvGrpSpPr/>
        <p:nvPr/>
      </p:nvGrpSpPr>
      <p:grpSpPr>
        <a:xfrm>
          <a:off x="0" y="0"/>
          <a:ext cx="0" cy="0"/>
          <a:chOff x="0" y="0"/>
          <a:chExt cx="0" cy="0"/>
        </a:xfrm>
      </p:grpSpPr>
      <p:sp>
        <p:nvSpPr>
          <p:cNvPr id="2" name="Shape 0"/>
          <p:cNvSpPr/>
          <p:nvPr/>
        </p:nvSpPr>
        <p:spPr>
          <a:xfrm>
            <a:off x="0" y="0"/>
            <a:ext cx="12188952" cy="822960"/>
          </a:xfrm>
          <a:prstGeom prst="rect">
            <a:avLst/>
          </a:prstGeom>
          <a:solidFill>
            <a:srgbClr val="D64550"/>
          </a:solidFill>
          <a:ln/>
        </p:spPr>
      </p:sp>
      <p:sp>
        <p:nvSpPr>
          <p:cNvPr id="3" name="Text 1"/>
          <p:cNvSpPr/>
          <p:nvPr/>
        </p:nvSpPr>
        <p:spPr>
          <a:xfrm>
            <a:off x="502920" y="109728"/>
            <a:ext cx="9262872" cy="603504"/>
          </a:xfrm>
          <a:prstGeom prst="rect">
            <a:avLst/>
          </a:prstGeom>
          <a:noFill/>
          <a:ln/>
        </p:spPr>
        <p:txBody>
          <a:bodyPr wrap="square" lIns="0" tIns="0" rIns="0" bIns="0" rtlCol="0" anchor="ctr"/>
          <a:lstStyle/>
          <a:p>
            <a:pPr indent="0" marL="0">
              <a:buNone/>
            </a:pPr>
            <a:r>
              <a:rPr lang="en-US" sz="2600" b="1" dirty="0">
                <a:solidFill>
                  <a:srgbClr val="FFFFFF"/>
                </a:solidFill>
                <a:latin typeface="Bricolage Grotesque" pitchFamily="34" charset="0"/>
                <a:ea typeface="Bricolage Grotesque" pitchFamily="34" charset="-122"/>
                <a:cs typeface="Bricolage Grotesque" pitchFamily="34" charset="-120"/>
              </a:rPr>
              <a:t>Me gusta · te gusta · le gusta</a:t>
            </a:r>
            <a:endParaRPr lang="en-US" sz="2600" dirty="0"/>
          </a:p>
        </p:txBody>
      </p:sp>
      <p:sp>
        <p:nvSpPr>
          <p:cNvPr id="4" name="Text 2"/>
          <p:cNvSpPr/>
          <p:nvPr/>
        </p:nvSpPr>
        <p:spPr>
          <a:xfrm>
            <a:off x="8622792" y="182880"/>
            <a:ext cx="3063240" cy="457200"/>
          </a:xfrm>
          <a:prstGeom prst="rect">
            <a:avLst/>
          </a:prstGeom>
          <a:noFill/>
          <a:ln/>
        </p:spPr>
        <p:txBody>
          <a:bodyPr wrap="square" lIns="0" tIns="0" rIns="0" bIns="0" rtlCol="0" anchor="ctr"/>
          <a:lstStyle/>
          <a:p>
            <a:pPr algn="r" indent="0" marL="0">
              <a:buNone/>
            </a:pPr>
            <a:r>
              <a:rPr lang="en-US" sz="1200" dirty="0">
                <a:solidFill>
                  <a:srgbClr val="FFFFFF"/>
                </a:solidFill>
                <a:latin typeface="Inter" pitchFamily="34" charset="0"/>
                <a:ea typeface="Inter" pitchFamily="34" charset="-122"/>
                <a:cs typeface="Inter" pitchFamily="34" charset="-120"/>
              </a:rPr>
              <a:t>zeggen wat je graag doet — en hoe graag</a:t>
            </a:r>
            <a:endParaRPr lang="en-US" sz="1200" dirty="0"/>
          </a:p>
        </p:txBody>
      </p:sp>
      <p:sp>
        <p:nvSpPr>
          <p:cNvPr id="5" name="Shape 3"/>
          <p:cNvSpPr/>
          <p:nvPr/>
        </p:nvSpPr>
        <p:spPr>
          <a:xfrm>
            <a:off x="640080" y="1188720"/>
            <a:ext cx="10908792" cy="777240"/>
          </a:xfrm>
          <a:prstGeom prst="roundRect">
            <a:avLst>
              <a:gd name="adj" fmla="val 10588"/>
            </a:avLst>
          </a:prstGeom>
          <a:solidFill>
            <a:srgbClr val="FFFFFF"/>
          </a:solidFill>
          <a:ln w="12700">
            <a:solidFill>
              <a:srgbClr val="E7E1DF"/>
            </a:solidFill>
            <a:prstDash val="solid"/>
          </a:ln>
        </p:spPr>
      </p:sp>
      <p:sp>
        <p:nvSpPr>
          <p:cNvPr id="6" name="Text 4"/>
          <p:cNvSpPr/>
          <p:nvPr/>
        </p:nvSpPr>
        <p:spPr>
          <a:xfrm>
            <a:off x="914400" y="1243584"/>
            <a:ext cx="4937760" cy="365760"/>
          </a:xfrm>
          <a:prstGeom prst="rect">
            <a:avLst/>
          </a:prstGeom>
          <a:noFill/>
          <a:ln/>
        </p:spPr>
        <p:txBody>
          <a:bodyPr wrap="square" lIns="0" tIns="0" rIns="0" bIns="0" rtlCol="0" anchor="ctr"/>
          <a:lstStyle/>
          <a:p>
            <a:pPr indent="0" marL="0">
              <a:buNone/>
            </a:pPr>
            <a:r>
              <a:rPr lang="en-US" sz="1700" b="1" dirty="0">
                <a:solidFill>
                  <a:srgbClr val="20242E"/>
                </a:solidFill>
                <a:latin typeface="Bricolage Grotesque" pitchFamily="34" charset="0"/>
                <a:ea typeface="Bricolage Grotesque" pitchFamily="34" charset="-122"/>
                <a:cs typeface="Bricolage Grotesque" pitchFamily="34" charset="-120"/>
              </a:rPr>
              <a:t>A mí me gusta el cine</a:t>
            </a:r>
            <a:endParaRPr lang="en-US" sz="1700" dirty="0"/>
          </a:p>
        </p:txBody>
      </p:sp>
      <p:sp>
        <p:nvSpPr>
          <p:cNvPr id="7" name="Text 5"/>
          <p:cNvSpPr/>
          <p:nvPr/>
        </p:nvSpPr>
        <p:spPr>
          <a:xfrm>
            <a:off x="914400" y="1609344"/>
            <a:ext cx="4937760" cy="292608"/>
          </a:xfrm>
          <a:prstGeom prst="rect">
            <a:avLst/>
          </a:prstGeom>
          <a:noFill/>
          <a:ln/>
        </p:spPr>
        <p:txBody>
          <a:bodyPr wrap="square" lIns="0" tIns="0" rIns="0" bIns="0" rtlCol="0" anchor="ctr"/>
          <a:lstStyle/>
          <a:p>
            <a:pPr indent="0" marL="0">
              <a:buNone/>
            </a:pPr>
            <a:r>
              <a:rPr lang="en-US" sz="1250" dirty="0">
                <a:solidFill>
                  <a:srgbClr val="A8323B"/>
                </a:solidFill>
                <a:latin typeface="Inter" pitchFamily="34" charset="0"/>
                <a:ea typeface="Inter" pitchFamily="34" charset="-122"/>
                <a:cs typeface="Inter" pitchFamily="34" charset="-120"/>
              </a:rPr>
              <a:t>yo</a:t>
            </a:r>
            <a:endParaRPr lang="en-US" sz="1250" dirty="0"/>
          </a:p>
        </p:txBody>
      </p:sp>
      <p:sp>
        <p:nvSpPr>
          <p:cNvPr id="8" name="Text 6"/>
          <p:cNvSpPr/>
          <p:nvPr/>
        </p:nvSpPr>
        <p:spPr>
          <a:xfrm>
            <a:off x="6035040" y="1188720"/>
            <a:ext cx="5422392" cy="777240"/>
          </a:xfrm>
          <a:prstGeom prst="rect">
            <a:avLst/>
          </a:prstGeom>
          <a:noFill/>
          <a:ln/>
        </p:spPr>
        <p:txBody>
          <a:bodyPr wrap="square" lIns="0" tIns="0" rIns="0" bIns="0" rtlCol="0" anchor="ctr"/>
          <a:lstStyle/>
          <a:p>
            <a:pPr indent="0" marL="0">
              <a:buNone/>
            </a:pPr>
            <a:r>
              <a:rPr lang="en-US" sz="1350" dirty="0">
                <a:solidFill>
                  <a:srgbClr val="6A6E78"/>
                </a:solidFill>
                <a:latin typeface="Inter" pitchFamily="34" charset="0"/>
                <a:ea typeface="Inter" pitchFamily="34" charset="-122"/>
                <a:cs typeface="Inter" pitchFamily="34" charset="-120"/>
              </a:rPr>
              <a:t>ík vind film leuk</a:t>
            </a:r>
            <a:endParaRPr lang="en-US" sz="1350" dirty="0"/>
          </a:p>
        </p:txBody>
      </p:sp>
      <p:sp>
        <p:nvSpPr>
          <p:cNvPr id="9" name="Shape 7"/>
          <p:cNvSpPr/>
          <p:nvPr/>
        </p:nvSpPr>
        <p:spPr>
          <a:xfrm>
            <a:off x="640080" y="2103120"/>
            <a:ext cx="10908792" cy="777240"/>
          </a:xfrm>
          <a:prstGeom prst="roundRect">
            <a:avLst>
              <a:gd name="adj" fmla="val 10588"/>
            </a:avLst>
          </a:prstGeom>
          <a:solidFill>
            <a:srgbClr val="FFFFFF"/>
          </a:solidFill>
          <a:ln w="12700">
            <a:solidFill>
              <a:srgbClr val="E7E1DF"/>
            </a:solidFill>
            <a:prstDash val="solid"/>
          </a:ln>
        </p:spPr>
      </p:sp>
      <p:sp>
        <p:nvSpPr>
          <p:cNvPr id="10" name="Text 8"/>
          <p:cNvSpPr/>
          <p:nvPr/>
        </p:nvSpPr>
        <p:spPr>
          <a:xfrm>
            <a:off x="914400" y="2157984"/>
            <a:ext cx="4937760" cy="365760"/>
          </a:xfrm>
          <a:prstGeom prst="rect">
            <a:avLst/>
          </a:prstGeom>
          <a:noFill/>
          <a:ln/>
        </p:spPr>
        <p:txBody>
          <a:bodyPr wrap="square" lIns="0" tIns="0" rIns="0" bIns="0" rtlCol="0" anchor="ctr"/>
          <a:lstStyle/>
          <a:p>
            <a:pPr indent="0" marL="0">
              <a:buNone/>
            </a:pPr>
            <a:r>
              <a:rPr lang="en-US" sz="1700" b="1" dirty="0">
                <a:solidFill>
                  <a:srgbClr val="20242E"/>
                </a:solidFill>
                <a:latin typeface="Bricolage Grotesque" pitchFamily="34" charset="0"/>
                <a:ea typeface="Bricolage Grotesque" pitchFamily="34" charset="-122"/>
                <a:cs typeface="Bricolage Grotesque" pitchFamily="34" charset="-120"/>
              </a:rPr>
              <a:t>A ti te gusta el yoga</a:t>
            </a:r>
            <a:endParaRPr lang="en-US" sz="1700" dirty="0"/>
          </a:p>
        </p:txBody>
      </p:sp>
      <p:sp>
        <p:nvSpPr>
          <p:cNvPr id="11" name="Text 9"/>
          <p:cNvSpPr/>
          <p:nvPr/>
        </p:nvSpPr>
        <p:spPr>
          <a:xfrm>
            <a:off x="914400" y="2523744"/>
            <a:ext cx="4937760" cy="292608"/>
          </a:xfrm>
          <a:prstGeom prst="rect">
            <a:avLst/>
          </a:prstGeom>
          <a:noFill/>
          <a:ln/>
        </p:spPr>
        <p:txBody>
          <a:bodyPr wrap="square" lIns="0" tIns="0" rIns="0" bIns="0" rtlCol="0" anchor="ctr"/>
          <a:lstStyle/>
          <a:p>
            <a:pPr indent="0" marL="0">
              <a:buNone/>
            </a:pPr>
            <a:r>
              <a:rPr lang="en-US" sz="1250" dirty="0">
                <a:solidFill>
                  <a:srgbClr val="A8323B"/>
                </a:solidFill>
                <a:latin typeface="Inter" pitchFamily="34" charset="0"/>
                <a:ea typeface="Inter" pitchFamily="34" charset="-122"/>
                <a:cs typeface="Inter" pitchFamily="34" charset="-120"/>
              </a:rPr>
              <a:t>tú</a:t>
            </a:r>
            <a:endParaRPr lang="en-US" sz="1250" dirty="0"/>
          </a:p>
        </p:txBody>
      </p:sp>
      <p:sp>
        <p:nvSpPr>
          <p:cNvPr id="12" name="Text 10"/>
          <p:cNvSpPr/>
          <p:nvPr/>
        </p:nvSpPr>
        <p:spPr>
          <a:xfrm>
            <a:off x="6035040" y="2103120"/>
            <a:ext cx="5422392" cy="777240"/>
          </a:xfrm>
          <a:prstGeom prst="rect">
            <a:avLst/>
          </a:prstGeom>
          <a:noFill/>
          <a:ln/>
        </p:spPr>
        <p:txBody>
          <a:bodyPr wrap="square" lIns="0" tIns="0" rIns="0" bIns="0" rtlCol="0" anchor="ctr"/>
          <a:lstStyle/>
          <a:p>
            <a:pPr indent="0" marL="0">
              <a:buNone/>
            </a:pPr>
            <a:r>
              <a:rPr lang="en-US" sz="1350" dirty="0">
                <a:solidFill>
                  <a:srgbClr val="6A6E78"/>
                </a:solidFill>
                <a:latin typeface="Inter" pitchFamily="34" charset="0"/>
                <a:ea typeface="Inter" pitchFamily="34" charset="-122"/>
                <a:cs typeface="Inter" pitchFamily="34" charset="-120"/>
              </a:rPr>
              <a:t>jíj vindt yoga leuk</a:t>
            </a:r>
            <a:endParaRPr lang="en-US" sz="1350" dirty="0"/>
          </a:p>
        </p:txBody>
      </p:sp>
      <p:sp>
        <p:nvSpPr>
          <p:cNvPr id="13" name="Shape 11"/>
          <p:cNvSpPr/>
          <p:nvPr/>
        </p:nvSpPr>
        <p:spPr>
          <a:xfrm>
            <a:off x="640080" y="3017520"/>
            <a:ext cx="10908792" cy="777240"/>
          </a:xfrm>
          <a:prstGeom prst="roundRect">
            <a:avLst>
              <a:gd name="adj" fmla="val 10588"/>
            </a:avLst>
          </a:prstGeom>
          <a:solidFill>
            <a:srgbClr val="FFFFFF"/>
          </a:solidFill>
          <a:ln w="12700">
            <a:solidFill>
              <a:srgbClr val="E7E1DF"/>
            </a:solidFill>
            <a:prstDash val="solid"/>
          </a:ln>
        </p:spPr>
      </p:sp>
      <p:sp>
        <p:nvSpPr>
          <p:cNvPr id="14" name="Text 12"/>
          <p:cNvSpPr/>
          <p:nvPr/>
        </p:nvSpPr>
        <p:spPr>
          <a:xfrm>
            <a:off x="914400" y="3072384"/>
            <a:ext cx="4937760" cy="365760"/>
          </a:xfrm>
          <a:prstGeom prst="rect">
            <a:avLst/>
          </a:prstGeom>
          <a:noFill/>
          <a:ln/>
        </p:spPr>
        <p:txBody>
          <a:bodyPr wrap="square" lIns="0" tIns="0" rIns="0" bIns="0" rtlCol="0" anchor="ctr"/>
          <a:lstStyle/>
          <a:p>
            <a:pPr indent="0" marL="0">
              <a:buNone/>
            </a:pPr>
            <a:r>
              <a:rPr lang="en-US" sz="1700" b="1" dirty="0">
                <a:solidFill>
                  <a:srgbClr val="20242E"/>
                </a:solidFill>
                <a:latin typeface="Bricolage Grotesque" pitchFamily="34" charset="0"/>
                <a:ea typeface="Bricolage Grotesque" pitchFamily="34" charset="-122"/>
                <a:cs typeface="Bricolage Grotesque" pitchFamily="34" charset="-120"/>
              </a:rPr>
              <a:t>A él/ella le gusta el submarinismo</a:t>
            </a:r>
            <a:endParaRPr lang="en-US" sz="1700" dirty="0"/>
          </a:p>
        </p:txBody>
      </p:sp>
      <p:sp>
        <p:nvSpPr>
          <p:cNvPr id="15" name="Text 13"/>
          <p:cNvSpPr/>
          <p:nvPr/>
        </p:nvSpPr>
        <p:spPr>
          <a:xfrm>
            <a:off x="914400" y="3438144"/>
            <a:ext cx="4937760" cy="292608"/>
          </a:xfrm>
          <a:prstGeom prst="rect">
            <a:avLst/>
          </a:prstGeom>
          <a:noFill/>
          <a:ln/>
        </p:spPr>
        <p:txBody>
          <a:bodyPr wrap="square" lIns="0" tIns="0" rIns="0" bIns="0" rtlCol="0" anchor="ctr"/>
          <a:lstStyle/>
          <a:p>
            <a:pPr indent="0" marL="0">
              <a:buNone/>
            </a:pPr>
            <a:r>
              <a:rPr lang="en-US" sz="1250" dirty="0">
                <a:solidFill>
                  <a:srgbClr val="A8323B"/>
                </a:solidFill>
                <a:latin typeface="Inter" pitchFamily="34" charset="0"/>
                <a:ea typeface="Inter" pitchFamily="34" charset="-122"/>
                <a:cs typeface="Inter" pitchFamily="34" charset="-120"/>
              </a:rPr>
              <a:t>él · ella</a:t>
            </a:r>
            <a:endParaRPr lang="en-US" sz="1250" dirty="0"/>
          </a:p>
        </p:txBody>
      </p:sp>
      <p:sp>
        <p:nvSpPr>
          <p:cNvPr id="16" name="Text 14"/>
          <p:cNvSpPr/>
          <p:nvPr/>
        </p:nvSpPr>
        <p:spPr>
          <a:xfrm>
            <a:off x="6035040" y="3017520"/>
            <a:ext cx="5422392" cy="777240"/>
          </a:xfrm>
          <a:prstGeom prst="rect">
            <a:avLst/>
          </a:prstGeom>
          <a:noFill/>
          <a:ln/>
        </p:spPr>
        <p:txBody>
          <a:bodyPr wrap="square" lIns="0" tIns="0" rIns="0" bIns="0" rtlCol="0" anchor="ctr"/>
          <a:lstStyle/>
          <a:p>
            <a:pPr indent="0" marL="0">
              <a:buNone/>
            </a:pPr>
            <a:r>
              <a:rPr lang="en-US" sz="1350" dirty="0">
                <a:solidFill>
                  <a:srgbClr val="6A6E78"/>
                </a:solidFill>
                <a:latin typeface="Inter" pitchFamily="34" charset="0"/>
                <a:ea typeface="Inter" pitchFamily="34" charset="-122"/>
                <a:cs typeface="Inter" pitchFamily="34" charset="-120"/>
              </a:rPr>
              <a:t>hij/zij duikt graag</a:t>
            </a:r>
            <a:endParaRPr lang="en-US" sz="1350" dirty="0"/>
          </a:p>
        </p:txBody>
      </p:sp>
      <p:sp>
        <p:nvSpPr>
          <p:cNvPr id="17" name="Shape 15"/>
          <p:cNvSpPr/>
          <p:nvPr/>
        </p:nvSpPr>
        <p:spPr>
          <a:xfrm>
            <a:off x="640080" y="3931920"/>
            <a:ext cx="10908792" cy="777240"/>
          </a:xfrm>
          <a:prstGeom prst="roundRect">
            <a:avLst>
              <a:gd name="adj" fmla="val 10588"/>
            </a:avLst>
          </a:prstGeom>
          <a:solidFill>
            <a:srgbClr val="FFFFFF"/>
          </a:solidFill>
          <a:ln w="12700">
            <a:solidFill>
              <a:srgbClr val="E7E1DF"/>
            </a:solidFill>
            <a:prstDash val="solid"/>
          </a:ln>
        </p:spPr>
      </p:sp>
      <p:sp>
        <p:nvSpPr>
          <p:cNvPr id="18" name="Text 16"/>
          <p:cNvSpPr/>
          <p:nvPr/>
        </p:nvSpPr>
        <p:spPr>
          <a:xfrm>
            <a:off x="914400" y="3986784"/>
            <a:ext cx="4937760" cy="365760"/>
          </a:xfrm>
          <a:prstGeom prst="rect">
            <a:avLst/>
          </a:prstGeom>
          <a:noFill/>
          <a:ln/>
        </p:spPr>
        <p:txBody>
          <a:bodyPr wrap="square" lIns="0" tIns="0" rIns="0" bIns="0" rtlCol="0" anchor="ctr"/>
          <a:lstStyle/>
          <a:p>
            <a:pPr indent="0" marL="0">
              <a:buNone/>
            </a:pPr>
            <a:r>
              <a:rPr lang="en-US" sz="1700" b="1" dirty="0">
                <a:solidFill>
                  <a:srgbClr val="20242E"/>
                </a:solidFill>
                <a:latin typeface="Bricolage Grotesque" pitchFamily="34" charset="0"/>
                <a:ea typeface="Bricolage Grotesque" pitchFamily="34" charset="-122"/>
                <a:cs typeface="Bricolage Grotesque" pitchFamily="34" charset="-120"/>
              </a:rPr>
              <a:t>Me encanta la playa</a:t>
            </a:r>
            <a:endParaRPr lang="en-US" sz="1700" dirty="0"/>
          </a:p>
        </p:txBody>
      </p:sp>
      <p:sp>
        <p:nvSpPr>
          <p:cNvPr id="19" name="Text 17"/>
          <p:cNvSpPr/>
          <p:nvPr/>
        </p:nvSpPr>
        <p:spPr>
          <a:xfrm>
            <a:off x="914400" y="4352544"/>
            <a:ext cx="4937760" cy="292608"/>
          </a:xfrm>
          <a:prstGeom prst="rect">
            <a:avLst/>
          </a:prstGeom>
          <a:noFill/>
          <a:ln/>
        </p:spPr>
        <p:txBody>
          <a:bodyPr wrap="square" lIns="0" tIns="0" rIns="0" bIns="0" rtlCol="0" anchor="ctr"/>
          <a:lstStyle/>
          <a:p>
            <a:pPr indent="0" marL="0">
              <a:buNone/>
            </a:pPr>
            <a:r>
              <a:rPr lang="en-US" sz="1250" dirty="0">
                <a:solidFill>
                  <a:srgbClr val="A8323B"/>
                </a:solidFill>
                <a:latin typeface="Inter" pitchFamily="34" charset="0"/>
                <a:ea typeface="Inter" pitchFamily="34" charset="-122"/>
                <a:cs typeface="Inter" pitchFamily="34" charset="-120"/>
              </a:rPr>
              <a:t>más fuerte</a:t>
            </a:r>
            <a:endParaRPr lang="en-US" sz="1250" dirty="0"/>
          </a:p>
        </p:txBody>
      </p:sp>
      <p:sp>
        <p:nvSpPr>
          <p:cNvPr id="20" name="Text 18"/>
          <p:cNvSpPr/>
          <p:nvPr/>
        </p:nvSpPr>
        <p:spPr>
          <a:xfrm>
            <a:off x="6035040" y="3931920"/>
            <a:ext cx="5422392" cy="777240"/>
          </a:xfrm>
          <a:prstGeom prst="rect">
            <a:avLst/>
          </a:prstGeom>
          <a:noFill/>
          <a:ln/>
        </p:spPr>
        <p:txBody>
          <a:bodyPr wrap="square" lIns="0" tIns="0" rIns="0" bIns="0" rtlCol="0" anchor="ctr"/>
          <a:lstStyle/>
          <a:p>
            <a:pPr indent="0" marL="0">
              <a:buNone/>
            </a:pPr>
            <a:r>
              <a:rPr lang="en-US" sz="1350" dirty="0">
                <a:solidFill>
                  <a:srgbClr val="6A6E78"/>
                </a:solidFill>
                <a:latin typeface="Inter" pitchFamily="34" charset="0"/>
                <a:ea typeface="Inter" pitchFamily="34" charset="-122"/>
                <a:cs typeface="Inter" pitchFamily="34" charset="-120"/>
              </a:rPr>
              <a:t>ik vind het strand geweldig</a:t>
            </a:r>
            <a:endParaRPr lang="en-US" sz="1350" dirty="0"/>
          </a:p>
        </p:txBody>
      </p:sp>
      <p:sp>
        <p:nvSpPr>
          <p:cNvPr id="21" name="Shape 19"/>
          <p:cNvSpPr/>
          <p:nvPr/>
        </p:nvSpPr>
        <p:spPr>
          <a:xfrm>
            <a:off x="640080" y="4846320"/>
            <a:ext cx="10908792" cy="777240"/>
          </a:xfrm>
          <a:prstGeom prst="roundRect">
            <a:avLst>
              <a:gd name="adj" fmla="val 10588"/>
            </a:avLst>
          </a:prstGeom>
          <a:solidFill>
            <a:srgbClr val="FFFFFF"/>
          </a:solidFill>
          <a:ln w="12700">
            <a:solidFill>
              <a:srgbClr val="E7E1DF"/>
            </a:solidFill>
            <a:prstDash val="solid"/>
          </a:ln>
        </p:spPr>
      </p:sp>
      <p:sp>
        <p:nvSpPr>
          <p:cNvPr id="22" name="Text 20"/>
          <p:cNvSpPr/>
          <p:nvPr/>
        </p:nvSpPr>
        <p:spPr>
          <a:xfrm>
            <a:off x="914400" y="4901184"/>
            <a:ext cx="4937760" cy="365760"/>
          </a:xfrm>
          <a:prstGeom prst="rect">
            <a:avLst/>
          </a:prstGeom>
          <a:noFill/>
          <a:ln/>
        </p:spPr>
        <p:txBody>
          <a:bodyPr wrap="square" lIns="0" tIns="0" rIns="0" bIns="0" rtlCol="0" anchor="ctr"/>
          <a:lstStyle/>
          <a:p>
            <a:pPr indent="0" marL="0">
              <a:buNone/>
            </a:pPr>
            <a:r>
              <a:rPr lang="en-US" sz="1700" b="1" dirty="0">
                <a:solidFill>
                  <a:srgbClr val="20242E"/>
                </a:solidFill>
                <a:latin typeface="Bricolage Grotesque" pitchFamily="34" charset="0"/>
                <a:ea typeface="Bricolage Grotesque" pitchFamily="34" charset="-122"/>
                <a:cs typeface="Bricolage Grotesque" pitchFamily="34" charset="-120"/>
              </a:rPr>
              <a:t>No soporto el frío</a:t>
            </a:r>
            <a:endParaRPr lang="en-US" sz="1700" dirty="0"/>
          </a:p>
        </p:txBody>
      </p:sp>
      <p:sp>
        <p:nvSpPr>
          <p:cNvPr id="23" name="Text 21"/>
          <p:cNvSpPr/>
          <p:nvPr/>
        </p:nvSpPr>
        <p:spPr>
          <a:xfrm>
            <a:off x="914400" y="5266944"/>
            <a:ext cx="4937760" cy="292608"/>
          </a:xfrm>
          <a:prstGeom prst="rect">
            <a:avLst/>
          </a:prstGeom>
          <a:noFill/>
          <a:ln/>
        </p:spPr>
        <p:txBody>
          <a:bodyPr wrap="square" lIns="0" tIns="0" rIns="0" bIns="0" rtlCol="0" anchor="ctr"/>
          <a:lstStyle/>
          <a:p>
            <a:pPr indent="0" marL="0">
              <a:buNone/>
            </a:pPr>
            <a:r>
              <a:rPr lang="en-US" sz="1250" dirty="0">
                <a:solidFill>
                  <a:srgbClr val="A8323B"/>
                </a:solidFill>
                <a:latin typeface="Inter" pitchFamily="34" charset="0"/>
                <a:ea typeface="Inter" pitchFamily="34" charset="-122"/>
                <a:cs typeface="Inter" pitchFamily="34" charset="-120"/>
              </a:rPr>
              <a:t>lo contrario</a:t>
            </a:r>
            <a:endParaRPr lang="en-US" sz="1250" dirty="0"/>
          </a:p>
        </p:txBody>
      </p:sp>
      <p:sp>
        <p:nvSpPr>
          <p:cNvPr id="24" name="Text 22"/>
          <p:cNvSpPr/>
          <p:nvPr/>
        </p:nvSpPr>
        <p:spPr>
          <a:xfrm>
            <a:off x="6035040" y="4846320"/>
            <a:ext cx="5422392" cy="777240"/>
          </a:xfrm>
          <a:prstGeom prst="rect">
            <a:avLst/>
          </a:prstGeom>
          <a:noFill/>
          <a:ln/>
        </p:spPr>
        <p:txBody>
          <a:bodyPr wrap="square" lIns="0" tIns="0" rIns="0" bIns="0" rtlCol="0" anchor="ctr"/>
          <a:lstStyle/>
          <a:p>
            <a:pPr indent="0" marL="0">
              <a:buNone/>
            </a:pPr>
            <a:r>
              <a:rPr lang="en-US" sz="1350" dirty="0">
                <a:solidFill>
                  <a:srgbClr val="6A6E78"/>
                </a:solidFill>
                <a:latin typeface="Inter" pitchFamily="34" charset="0"/>
                <a:ea typeface="Inter" pitchFamily="34" charset="-122"/>
                <a:cs typeface="Inter" pitchFamily="34" charset="-120"/>
              </a:rPr>
              <a:t>ik kan niet tegen de kou</a:t>
            </a:r>
            <a:endParaRPr lang="en-US" sz="1350" dirty="0"/>
          </a:p>
        </p:txBody>
      </p:sp>
      <p:sp>
        <p:nvSpPr>
          <p:cNvPr id="25" name="Shape 23"/>
          <p:cNvSpPr/>
          <p:nvPr/>
        </p:nvSpPr>
        <p:spPr>
          <a:xfrm>
            <a:off x="640080" y="5760720"/>
            <a:ext cx="10908792" cy="777240"/>
          </a:xfrm>
          <a:prstGeom prst="roundRect">
            <a:avLst>
              <a:gd name="adj" fmla="val 10588"/>
            </a:avLst>
          </a:prstGeom>
          <a:solidFill>
            <a:srgbClr val="FFFFFF"/>
          </a:solidFill>
          <a:ln w="12700">
            <a:solidFill>
              <a:srgbClr val="E7E1DF"/>
            </a:solidFill>
            <a:prstDash val="solid"/>
          </a:ln>
        </p:spPr>
      </p:sp>
      <p:sp>
        <p:nvSpPr>
          <p:cNvPr id="26" name="Text 24"/>
          <p:cNvSpPr/>
          <p:nvPr/>
        </p:nvSpPr>
        <p:spPr>
          <a:xfrm>
            <a:off x="914400" y="5815584"/>
            <a:ext cx="4937760" cy="365760"/>
          </a:xfrm>
          <a:prstGeom prst="rect">
            <a:avLst/>
          </a:prstGeom>
          <a:noFill/>
          <a:ln/>
        </p:spPr>
        <p:txBody>
          <a:bodyPr wrap="square" lIns="0" tIns="0" rIns="0" bIns="0" rtlCol="0" anchor="ctr"/>
          <a:lstStyle/>
          <a:p>
            <a:pPr indent="0" marL="0">
              <a:buNone/>
            </a:pPr>
            <a:r>
              <a:rPr lang="en-US" sz="1700" b="1" dirty="0">
                <a:solidFill>
                  <a:srgbClr val="20242E"/>
                </a:solidFill>
                <a:latin typeface="Bricolage Grotesque" pitchFamily="34" charset="0"/>
                <a:ea typeface="Bricolage Grotesque" pitchFamily="34" charset="-122"/>
                <a:cs typeface="Bricolage Grotesque" pitchFamily="34" charset="-120"/>
              </a:rPr>
              <a:t>Prefiero el verano</a:t>
            </a:r>
            <a:endParaRPr lang="en-US" sz="1700" dirty="0"/>
          </a:p>
        </p:txBody>
      </p:sp>
      <p:sp>
        <p:nvSpPr>
          <p:cNvPr id="27" name="Text 25"/>
          <p:cNvSpPr/>
          <p:nvPr/>
        </p:nvSpPr>
        <p:spPr>
          <a:xfrm>
            <a:off x="914400" y="6181344"/>
            <a:ext cx="4937760" cy="292608"/>
          </a:xfrm>
          <a:prstGeom prst="rect">
            <a:avLst/>
          </a:prstGeom>
          <a:noFill/>
          <a:ln/>
        </p:spPr>
        <p:txBody>
          <a:bodyPr wrap="square" lIns="0" tIns="0" rIns="0" bIns="0" rtlCol="0" anchor="ctr"/>
          <a:lstStyle/>
          <a:p>
            <a:pPr indent="0" marL="0">
              <a:buNone/>
            </a:pPr>
            <a:r>
              <a:rPr lang="en-US" sz="1250" dirty="0">
                <a:solidFill>
                  <a:srgbClr val="A8323B"/>
                </a:solidFill>
                <a:latin typeface="Inter" pitchFamily="34" charset="0"/>
                <a:ea typeface="Inter" pitchFamily="34" charset="-122"/>
                <a:cs typeface="Inter" pitchFamily="34" charset="-120"/>
              </a:rPr>
              <a:t>elegir</a:t>
            </a:r>
            <a:endParaRPr lang="en-US" sz="1250" dirty="0"/>
          </a:p>
        </p:txBody>
      </p:sp>
      <p:sp>
        <p:nvSpPr>
          <p:cNvPr id="28" name="Text 26"/>
          <p:cNvSpPr/>
          <p:nvPr/>
        </p:nvSpPr>
        <p:spPr>
          <a:xfrm>
            <a:off x="6035040" y="5760720"/>
            <a:ext cx="5422392" cy="777240"/>
          </a:xfrm>
          <a:prstGeom prst="rect">
            <a:avLst/>
          </a:prstGeom>
          <a:noFill/>
          <a:ln/>
        </p:spPr>
        <p:txBody>
          <a:bodyPr wrap="square" lIns="0" tIns="0" rIns="0" bIns="0" rtlCol="0" anchor="ctr"/>
          <a:lstStyle/>
          <a:p>
            <a:pPr indent="0" marL="0">
              <a:buNone/>
            </a:pPr>
            <a:r>
              <a:rPr lang="en-US" sz="1350" dirty="0">
                <a:solidFill>
                  <a:srgbClr val="6A6E78"/>
                </a:solidFill>
                <a:latin typeface="Inter" pitchFamily="34" charset="0"/>
                <a:ea typeface="Inter" pitchFamily="34" charset="-122"/>
                <a:cs typeface="Inter" pitchFamily="34" charset="-120"/>
              </a:rPr>
              <a:t>ik verkies de zomer</a:t>
            </a:r>
            <a:endParaRPr lang="en-US" sz="1350" dirty="0"/>
          </a:p>
        </p:txBody>
      </p:sp>
      <p:sp>
        <p:nvSpPr>
          <p:cNvPr id="29" name="Shape 27"/>
          <p:cNvSpPr/>
          <p:nvPr/>
        </p:nvSpPr>
        <p:spPr>
          <a:xfrm>
            <a:off x="640080" y="6858000"/>
            <a:ext cx="10908792" cy="914400"/>
          </a:xfrm>
          <a:prstGeom prst="roundRect">
            <a:avLst>
              <a:gd name="adj" fmla="val 10000"/>
            </a:avLst>
          </a:prstGeom>
          <a:solidFill>
            <a:srgbClr val="FBEAEC"/>
          </a:solidFill>
          <a:ln w="12700">
            <a:solidFill>
              <a:srgbClr val="FBEAEC"/>
            </a:solidFill>
            <a:prstDash val="solid"/>
          </a:ln>
        </p:spPr>
      </p:sp>
      <p:sp>
        <p:nvSpPr>
          <p:cNvPr id="30" name="Text 28"/>
          <p:cNvSpPr/>
          <p:nvPr/>
        </p:nvSpPr>
        <p:spPr>
          <a:xfrm>
            <a:off x="914400" y="6858000"/>
            <a:ext cx="10360152" cy="914400"/>
          </a:xfrm>
          <a:prstGeom prst="rect">
            <a:avLst/>
          </a:prstGeom>
          <a:noFill/>
          <a:ln/>
        </p:spPr>
        <p:txBody>
          <a:bodyPr wrap="square" lIns="0" tIns="0" rIns="0" bIns="0" rtlCol="0" anchor="ctr"/>
          <a:lstStyle/>
          <a:p>
            <a:pPr indent="0" marL="0">
              <a:buNone/>
            </a:pPr>
            <a:r>
              <a:rPr lang="en-US" sz="1350" b="1" dirty="0">
                <a:solidFill>
                  <a:srgbClr val="A8323B"/>
                </a:solidFill>
                <a:latin typeface="Inter" pitchFamily="34" charset="0"/>
                <a:ea typeface="Inter" pitchFamily="34" charset="-122"/>
                <a:cs typeface="Inter" pitchFamily="34" charset="-120"/>
              </a:rPr>
              <a:t>¡Ojo!  </a:t>
            </a:r>
            <a:pPr indent="0" marL="0">
              <a:buNone/>
            </a:pPr>
            <a:r>
              <a:rPr lang="en-US" sz="1350" dirty="0">
                <a:solidFill>
                  <a:srgbClr val="20242E"/>
                </a:solidFill>
                <a:latin typeface="Inter" pitchFamily="34" charset="0"/>
                <a:ea typeface="Inter" pitchFamily="34" charset="-122"/>
                <a:cs typeface="Inter" pitchFamily="34" charset="-120"/>
              </a:rPr>
              <a:t>Twee dingen tegelijk. Eén: het is me gusta, niet «yo gusto» — het Spaans zegt letterlijk «het bevalt mij». Twee: hace frío gaat over het wéér, tengo frío over jóú. «Estoy frío» bestaat niet.</a:t>
            </a:r>
            <a:endParaRPr lang="en-US" sz="13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CFBF8"/>
        </a:solidFill>
      </p:bgPr>
    </p:bg>
    <p:spTree>
      <p:nvGrpSpPr>
        <p:cNvPr id="1" name=""/>
        <p:cNvGrpSpPr/>
        <p:nvPr/>
      </p:nvGrpSpPr>
      <p:grpSpPr>
        <a:xfrm>
          <a:off x="0" y="0"/>
          <a:ext cx="0" cy="0"/>
          <a:chOff x="0" y="0"/>
          <a:chExt cx="0" cy="0"/>
        </a:xfrm>
      </p:grpSpPr>
      <p:sp>
        <p:nvSpPr>
          <p:cNvPr id="2" name="Shape 0"/>
          <p:cNvSpPr/>
          <p:nvPr/>
        </p:nvSpPr>
        <p:spPr>
          <a:xfrm>
            <a:off x="0" y="0"/>
            <a:ext cx="12188952" cy="822960"/>
          </a:xfrm>
          <a:prstGeom prst="rect">
            <a:avLst/>
          </a:prstGeom>
          <a:solidFill>
            <a:srgbClr val="D64550"/>
          </a:solidFill>
          <a:ln/>
        </p:spPr>
      </p:sp>
      <p:sp>
        <p:nvSpPr>
          <p:cNvPr id="3" name="Text 1"/>
          <p:cNvSpPr/>
          <p:nvPr/>
        </p:nvSpPr>
        <p:spPr>
          <a:xfrm>
            <a:off x="502920" y="109728"/>
            <a:ext cx="9262872" cy="603504"/>
          </a:xfrm>
          <a:prstGeom prst="rect">
            <a:avLst/>
          </a:prstGeom>
          <a:noFill/>
          <a:ln/>
        </p:spPr>
        <p:txBody>
          <a:bodyPr wrap="square" lIns="0" tIns="0" rIns="0" bIns="0" rtlCol="0" anchor="ctr"/>
          <a:lstStyle/>
          <a:p>
            <a:pPr indent="0" marL="0">
              <a:buNone/>
            </a:pPr>
            <a:r>
              <a:rPr lang="en-US" sz="2600" b="1" dirty="0">
                <a:solidFill>
                  <a:srgbClr val="FFFFFF"/>
                </a:solidFill>
                <a:latin typeface="Bricolage Grotesque" pitchFamily="34" charset="0"/>
                <a:ea typeface="Bricolage Grotesque" pitchFamily="34" charset="-122"/>
                <a:cs typeface="Bricolage Grotesque" pitchFamily="34" charset="-120"/>
              </a:rPr>
              <a:t>¿Qué has entendido?</a:t>
            </a:r>
            <a:endParaRPr lang="en-US" sz="2600" dirty="0"/>
          </a:p>
        </p:txBody>
      </p:sp>
      <p:sp>
        <p:nvSpPr>
          <p:cNvPr id="4" name="Text 2"/>
          <p:cNvSpPr/>
          <p:nvPr/>
        </p:nvSpPr>
        <p:spPr>
          <a:xfrm>
            <a:off x="8622792" y="182880"/>
            <a:ext cx="3063240" cy="457200"/>
          </a:xfrm>
          <a:prstGeom prst="rect">
            <a:avLst/>
          </a:prstGeom>
          <a:noFill/>
          <a:ln/>
        </p:spPr>
        <p:txBody>
          <a:bodyPr wrap="square" lIns="0" tIns="0" rIns="0" bIns="0" rtlCol="0" anchor="ctr"/>
          <a:lstStyle/>
          <a:p>
            <a:pPr algn="r" indent="0" marL="0">
              <a:buNone/>
            </a:pPr>
            <a:r>
              <a:rPr lang="en-US" sz="1200" dirty="0">
                <a:solidFill>
                  <a:srgbClr val="FFFFFF"/>
                </a:solidFill>
                <a:latin typeface="Inter" pitchFamily="34" charset="0"/>
                <a:ea typeface="Inter" pitchFamily="34" charset="-122"/>
                <a:cs typeface="Inter" pitchFamily="34" charset="-120"/>
              </a:rPr>
              <a:t>Escucha · dos amigos hablan de las vacaciones</a:t>
            </a:r>
            <a:endParaRPr lang="en-US" sz="1200" dirty="0"/>
          </a:p>
        </p:txBody>
      </p:sp>
      <p:sp>
        <p:nvSpPr>
          <p:cNvPr id="5" name="Text 3"/>
          <p:cNvSpPr/>
          <p:nvPr/>
        </p:nvSpPr>
        <p:spPr>
          <a:xfrm>
            <a:off x="640080" y="1143000"/>
            <a:ext cx="10908792" cy="384048"/>
          </a:xfrm>
          <a:prstGeom prst="rect">
            <a:avLst/>
          </a:prstGeom>
          <a:noFill/>
          <a:ln/>
        </p:spPr>
        <p:txBody>
          <a:bodyPr wrap="square" lIns="0" tIns="0" rIns="0" bIns="0" rtlCol="0" anchor="ctr"/>
          <a:lstStyle/>
          <a:p>
            <a:pPr indent="0" marL="0">
              <a:buNone/>
            </a:pPr>
            <a:r>
              <a:rPr lang="en-US" sz="1700" b="1" dirty="0">
                <a:solidFill>
                  <a:srgbClr val="20242E"/>
                </a:solidFill>
                <a:latin typeface="Bricolage Grotesque" pitchFamily="34" charset="0"/>
                <a:ea typeface="Bricolage Grotesque" pitchFamily="34" charset="-122"/>
                <a:cs typeface="Bricolage Grotesque" pitchFamily="34" charset="-120"/>
              </a:rPr>
              <a:t>1. ¿Adónde va Nico?</a:t>
            </a:r>
            <a:endParaRPr lang="en-US" sz="1700" dirty="0"/>
          </a:p>
        </p:txBody>
      </p:sp>
      <p:sp>
        <p:nvSpPr>
          <p:cNvPr id="6" name="Shape 4"/>
          <p:cNvSpPr/>
          <p:nvPr/>
        </p:nvSpPr>
        <p:spPr>
          <a:xfrm>
            <a:off x="822960" y="1600200"/>
            <a:ext cx="3270504" cy="566928"/>
          </a:xfrm>
          <a:prstGeom prst="roundRect">
            <a:avLst>
              <a:gd name="adj" fmla="val 14516"/>
            </a:avLst>
          </a:prstGeom>
          <a:solidFill>
            <a:srgbClr val="FFFFFF"/>
          </a:solidFill>
          <a:ln w="12700">
            <a:solidFill>
              <a:srgbClr val="E7E1DF"/>
            </a:solidFill>
            <a:prstDash val="solid"/>
          </a:ln>
        </p:spPr>
      </p:sp>
      <p:sp>
        <p:nvSpPr>
          <p:cNvPr id="7" name="Text 5"/>
          <p:cNvSpPr/>
          <p:nvPr/>
        </p:nvSpPr>
        <p:spPr>
          <a:xfrm>
            <a:off x="987552" y="1600200"/>
            <a:ext cx="2950464" cy="566928"/>
          </a:xfrm>
          <a:prstGeom prst="rect">
            <a:avLst/>
          </a:prstGeom>
          <a:noFill/>
          <a:ln/>
        </p:spPr>
        <p:txBody>
          <a:bodyPr wrap="square" lIns="0" tIns="0" rIns="0" bIns="0" rtlCol="0" anchor="ctr"/>
          <a:lstStyle/>
          <a:p>
            <a:pPr indent="0" marL="0">
              <a:buNone/>
            </a:pPr>
            <a:r>
              <a:rPr lang="en-US" sz="1350" dirty="0">
                <a:solidFill>
                  <a:srgbClr val="20242E"/>
                </a:solidFill>
                <a:latin typeface="Inter" pitchFamily="34" charset="0"/>
                <a:ea typeface="Inter" pitchFamily="34" charset="-122"/>
                <a:cs typeface="Inter" pitchFamily="34" charset="-120"/>
              </a:rPr>
              <a:t>A la montaña</a:t>
            </a:r>
            <a:endParaRPr lang="en-US" sz="1350" dirty="0"/>
          </a:p>
        </p:txBody>
      </p:sp>
      <p:sp>
        <p:nvSpPr>
          <p:cNvPr id="8" name="Shape 6"/>
          <p:cNvSpPr/>
          <p:nvPr/>
        </p:nvSpPr>
        <p:spPr>
          <a:xfrm>
            <a:off x="4276344" y="1600200"/>
            <a:ext cx="3270504" cy="566928"/>
          </a:xfrm>
          <a:prstGeom prst="roundRect">
            <a:avLst>
              <a:gd name="adj" fmla="val 14516"/>
            </a:avLst>
          </a:prstGeom>
          <a:solidFill>
            <a:srgbClr val="FFFFFF"/>
          </a:solidFill>
          <a:ln w="12700">
            <a:solidFill>
              <a:srgbClr val="E7E1DF"/>
            </a:solidFill>
            <a:prstDash val="solid"/>
          </a:ln>
        </p:spPr>
      </p:sp>
      <p:sp>
        <p:nvSpPr>
          <p:cNvPr id="9" name="Text 7"/>
          <p:cNvSpPr/>
          <p:nvPr/>
        </p:nvSpPr>
        <p:spPr>
          <a:xfrm>
            <a:off x="4440936" y="1600200"/>
            <a:ext cx="2950464" cy="566928"/>
          </a:xfrm>
          <a:prstGeom prst="rect">
            <a:avLst/>
          </a:prstGeom>
          <a:noFill/>
          <a:ln/>
        </p:spPr>
        <p:txBody>
          <a:bodyPr wrap="square" lIns="0" tIns="0" rIns="0" bIns="0" rtlCol="0" anchor="ctr"/>
          <a:lstStyle/>
          <a:p>
            <a:pPr indent="0" marL="0">
              <a:buNone/>
            </a:pPr>
            <a:r>
              <a:rPr lang="en-US" sz="1350" dirty="0">
                <a:solidFill>
                  <a:srgbClr val="20242E"/>
                </a:solidFill>
                <a:latin typeface="Inter" pitchFamily="34" charset="0"/>
                <a:ea typeface="Inter" pitchFamily="34" charset="-122"/>
                <a:cs typeface="Inter" pitchFamily="34" charset="-120"/>
              </a:rPr>
              <a:t>A la playa</a:t>
            </a:r>
            <a:endParaRPr lang="en-US" sz="1350" dirty="0"/>
          </a:p>
        </p:txBody>
      </p:sp>
      <p:sp>
        <p:nvSpPr>
          <p:cNvPr id="10" name="Shape 8"/>
          <p:cNvSpPr/>
          <p:nvPr/>
        </p:nvSpPr>
        <p:spPr>
          <a:xfrm>
            <a:off x="7729728" y="1600200"/>
            <a:ext cx="3270504" cy="566928"/>
          </a:xfrm>
          <a:prstGeom prst="roundRect">
            <a:avLst>
              <a:gd name="adj" fmla="val 14516"/>
            </a:avLst>
          </a:prstGeom>
          <a:solidFill>
            <a:srgbClr val="FFFFFF"/>
          </a:solidFill>
          <a:ln w="12700">
            <a:solidFill>
              <a:srgbClr val="E7E1DF"/>
            </a:solidFill>
            <a:prstDash val="solid"/>
          </a:ln>
        </p:spPr>
      </p:sp>
      <p:sp>
        <p:nvSpPr>
          <p:cNvPr id="11" name="Text 9"/>
          <p:cNvSpPr/>
          <p:nvPr/>
        </p:nvSpPr>
        <p:spPr>
          <a:xfrm>
            <a:off x="7894320" y="1600200"/>
            <a:ext cx="2950464" cy="566928"/>
          </a:xfrm>
          <a:prstGeom prst="rect">
            <a:avLst/>
          </a:prstGeom>
          <a:noFill/>
          <a:ln/>
        </p:spPr>
        <p:txBody>
          <a:bodyPr wrap="square" lIns="0" tIns="0" rIns="0" bIns="0" rtlCol="0" anchor="ctr"/>
          <a:lstStyle/>
          <a:p>
            <a:pPr indent="0" marL="0">
              <a:buNone/>
            </a:pPr>
            <a:r>
              <a:rPr lang="en-US" sz="1350" dirty="0">
                <a:solidFill>
                  <a:srgbClr val="20242E"/>
                </a:solidFill>
                <a:latin typeface="Inter" pitchFamily="34" charset="0"/>
                <a:ea typeface="Inter" pitchFamily="34" charset="-122"/>
                <a:cs typeface="Inter" pitchFamily="34" charset="-120"/>
              </a:rPr>
              <a:t>Al pueblo</a:t>
            </a:r>
            <a:endParaRPr lang="en-US" sz="1350" dirty="0"/>
          </a:p>
        </p:txBody>
      </p:sp>
      <p:sp>
        <p:nvSpPr>
          <p:cNvPr id="12" name="Text 10"/>
          <p:cNvSpPr/>
          <p:nvPr/>
        </p:nvSpPr>
        <p:spPr>
          <a:xfrm>
            <a:off x="640080" y="2743200"/>
            <a:ext cx="10908792" cy="384048"/>
          </a:xfrm>
          <a:prstGeom prst="rect">
            <a:avLst/>
          </a:prstGeom>
          <a:noFill/>
          <a:ln/>
        </p:spPr>
        <p:txBody>
          <a:bodyPr wrap="square" lIns="0" tIns="0" rIns="0" bIns="0" rtlCol="0" anchor="ctr"/>
          <a:lstStyle/>
          <a:p>
            <a:pPr indent="0" marL="0">
              <a:buNone/>
            </a:pPr>
            <a:r>
              <a:rPr lang="en-US" sz="1700" b="1" dirty="0">
                <a:solidFill>
                  <a:srgbClr val="20242E"/>
                </a:solidFill>
                <a:latin typeface="Bricolage Grotesque" pitchFamily="34" charset="0"/>
                <a:ea typeface="Bricolage Grotesque" pitchFamily="34" charset="-122"/>
                <a:cs typeface="Bricolage Grotesque" pitchFamily="34" charset="-120"/>
              </a:rPr>
              <a:t>2. ¿Cómo viaja Nico?</a:t>
            </a:r>
            <a:endParaRPr lang="en-US" sz="1700" dirty="0"/>
          </a:p>
        </p:txBody>
      </p:sp>
      <p:sp>
        <p:nvSpPr>
          <p:cNvPr id="13" name="Shape 11"/>
          <p:cNvSpPr/>
          <p:nvPr/>
        </p:nvSpPr>
        <p:spPr>
          <a:xfrm>
            <a:off x="822960" y="3200400"/>
            <a:ext cx="3270504" cy="566928"/>
          </a:xfrm>
          <a:prstGeom prst="roundRect">
            <a:avLst>
              <a:gd name="adj" fmla="val 14516"/>
            </a:avLst>
          </a:prstGeom>
          <a:solidFill>
            <a:srgbClr val="FFFFFF"/>
          </a:solidFill>
          <a:ln w="12700">
            <a:solidFill>
              <a:srgbClr val="E7E1DF"/>
            </a:solidFill>
            <a:prstDash val="solid"/>
          </a:ln>
        </p:spPr>
      </p:sp>
      <p:sp>
        <p:nvSpPr>
          <p:cNvPr id="14" name="Text 12"/>
          <p:cNvSpPr/>
          <p:nvPr/>
        </p:nvSpPr>
        <p:spPr>
          <a:xfrm>
            <a:off x="987552" y="3200400"/>
            <a:ext cx="2950464" cy="566928"/>
          </a:xfrm>
          <a:prstGeom prst="rect">
            <a:avLst/>
          </a:prstGeom>
          <a:noFill/>
          <a:ln/>
        </p:spPr>
        <p:txBody>
          <a:bodyPr wrap="square" lIns="0" tIns="0" rIns="0" bIns="0" rtlCol="0" anchor="ctr"/>
          <a:lstStyle/>
          <a:p>
            <a:pPr indent="0" marL="0">
              <a:buNone/>
            </a:pPr>
            <a:r>
              <a:rPr lang="en-US" sz="1350" dirty="0">
                <a:solidFill>
                  <a:srgbClr val="20242E"/>
                </a:solidFill>
                <a:latin typeface="Inter" pitchFamily="34" charset="0"/>
                <a:ea typeface="Inter" pitchFamily="34" charset="-122"/>
                <a:cs typeface="Inter" pitchFamily="34" charset="-120"/>
              </a:rPr>
              <a:t>En tren</a:t>
            </a:r>
            <a:endParaRPr lang="en-US" sz="1350" dirty="0"/>
          </a:p>
        </p:txBody>
      </p:sp>
      <p:sp>
        <p:nvSpPr>
          <p:cNvPr id="15" name="Shape 13"/>
          <p:cNvSpPr/>
          <p:nvPr/>
        </p:nvSpPr>
        <p:spPr>
          <a:xfrm>
            <a:off x="4276344" y="3200400"/>
            <a:ext cx="3270504" cy="566928"/>
          </a:xfrm>
          <a:prstGeom prst="roundRect">
            <a:avLst>
              <a:gd name="adj" fmla="val 14516"/>
            </a:avLst>
          </a:prstGeom>
          <a:solidFill>
            <a:srgbClr val="FFFFFF"/>
          </a:solidFill>
          <a:ln w="12700">
            <a:solidFill>
              <a:srgbClr val="E7E1DF"/>
            </a:solidFill>
            <a:prstDash val="solid"/>
          </a:ln>
        </p:spPr>
      </p:sp>
      <p:sp>
        <p:nvSpPr>
          <p:cNvPr id="16" name="Text 14"/>
          <p:cNvSpPr/>
          <p:nvPr/>
        </p:nvSpPr>
        <p:spPr>
          <a:xfrm>
            <a:off x="4440936" y="3200400"/>
            <a:ext cx="2950464" cy="566928"/>
          </a:xfrm>
          <a:prstGeom prst="rect">
            <a:avLst/>
          </a:prstGeom>
          <a:noFill/>
          <a:ln/>
        </p:spPr>
        <p:txBody>
          <a:bodyPr wrap="square" lIns="0" tIns="0" rIns="0" bIns="0" rtlCol="0" anchor="ctr"/>
          <a:lstStyle/>
          <a:p>
            <a:pPr indent="0" marL="0">
              <a:buNone/>
            </a:pPr>
            <a:r>
              <a:rPr lang="en-US" sz="1350" dirty="0">
                <a:solidFill>
                  <a:srgbClr val="20242E"/>
                </a:solidFill>
                <a:latin typeface="Inter" pitchFamily="34" charset="0"/>
                <a:ea typeface="Inter" pitchFamily="34" charset="-122"/>
                <a:cs typeface="Inter" pitchFamily="34" charset="-120"/>
              </a:rPr>
              <a:t>En coche</a:t>
            </a:r>
            <a:endParaRPr lang="en-US" sz="1350" dirty="0"/>
          </a:p>
        </p:txBody>
      </p:sp>
      <p:sp>
        <p:nvSpPr>
          <p:cNvPr id="17" name="Shape 15"/>
          <p:cNvSpPr/>
          <p:nvPr/>
        </p:nvSpPr>
        <p:spPr>
          <a:xfrm>
            <a:off x="7729728" y="3200400"/>
            <a:ext cx="3270504" cy="566928"/>
          </a:xfrm>
          <a:prstGeom prst="roundRect">
            <a:avLst>
              <a:gd name="adj" fmla="val 14516"/>
            </a:avLst>
          </a:prstGeom>
          <a:solidFill>
            <a:srgbClr val="FFFFFF"/>
          </a:solidFill>
          <a:ln w="12700">
            <a:solidFill>
              <a:srgbClr val="E7E1DF"/>
            </a:solidFill>
            <a:prstDash val="solid"/>
          </a:ln>
        </p:spPr>
      </p:sp>
      <p:sp>
        <p:nvSpPr>
          <p:cNvPr id="18" name="Text 16"/>
          <p:cNvSpPr/>
          <p:nvPr/>
        </p:nvSpPr>
        <p:spPr>
          <a:xfrm>
            <a:off x="7894320" y="3200400"/>
            <a:ext cx="2950464" cy="566928"/>
          </a:xfrm>
          <a:prstGeom prst="rect">
            <a:avLst/>
          </a:prstGeom>
          <a:noFill/>
          <a:ln/>
        </p:spPr>
        <p:txBody>
          <a:bodyPr wrap="square" lIns="0" tIns="0" rIns="0" bIns="0" rtlCol="0" anchor="ctr"/>
          <a:lstStyle/>
          <a:p>
            <a:pPr indent="0" marL="0">
              <a:buNone/>
            </a:pPr>
            <a:r>
              <a:rPr lang="en-US" sz="1350" dirty="0">
                <a:solidFill>
                  <a:srgbClr val="20242E"/>
                </a:solidFill>
                <a:latin typeface="Inter" pitchFamily="34" charset="0"/>
                <a:ea typeface="Inter" pitchFamily="34" charset="-122"/>
                <a:cs typeface="Inter" pitchFamily="34" charset="-120"/>
              </a:rPr>
              <a:t>En avión</a:t>
            </a:r>
            <a:endParaRPr lang="en-US" sz="1350" dirty="0"/>
          </a:p>
        </p:txBody>
      </p:sp>
      <p:sp>
        <p:nvSpPr>
          <p:cNvPr id="19" name="Text 17"/>
          <p:cNvSpPr/>
          <p:nvPr/>
        </p:nvSpPr>
        <p:spPr>
          <a:xfrm>
            <a:off x="640080" y="4343400"/>
            <a:ext cx="10908792" cy="384048"/>
          </a:xfrm>
          <a:prstGeom prst="rect">
            <a:avLst/>
          </a:prstGeom>
          <a:noFill/>
          <a:ln/>
        </p:spPr>
        <p:txBody>
          <a:bodyPr wrap="square" lIns="0" tIns="0" rIns="0" bIns="0" rtlCol="0" anchor="ctr"/>
          <a:lstStyle/>
          <a:p>
            <a:pPr indent="0" marL="0">
              <a:buNone/>
            </a:pPr>
            <a:r>
              <a:rPr lang="en-US" sz="1700" b="1" dirty="0">
                <a:solidFill>
                  <a:srgbClr val="20242E"/>
                </a:solidFill>
                <a:latin typeface="Bricolage Grotesque" pitchFamily="34" charset="0"/>
                <a:ea typeface="Bricolage Grotesque" pitchFamily="34" charset="-122"/>
                <a:cs typeface="Bricolage Grotesque" pitchFamily="34" charset="-120"/>
              </a:rPr>
              <a:t>3. ¿Por qué prefiere Ana la montaña?</a:t>
            </a:r>
            <a:endParaRPr lang="en-US" sz="1700" dirty="0"/>
          </a:p>
        </p:txBody>
      </p:sp>
      <p:sp>
        <p:nvSpPr>
          <p:cNvPr id="20" name="Shape 18"/>
          <p:cNvSpPr/>
          <p:nvPr/>
        </p:nvSpPr>
        <p:spPr>
          <a:xfrm>
            <a:off x="822960" y="4800600"/>
            <a:ext cx="3270504" cy="566928"/>
          </a:xfrm>
          <a:prstGeom prst="roundRect">
            <a:avLst>
              <a:gd name="adj" fmla="val 14516"/>
            </a:avLst>
          </a:prstGeom>
          <a:solidFill>
            <a:srgbClr val="FFFFFF"/>
          </a:solidFill>
          <a:ln w="12700">
            <a:solidFill>
              <a:srgbClr val="E7E1DF"/>
            </a:solidFill>
            <a:prstDash val="solid"/>
          </a:ln>
        </p:spPr>
      </p:sp>
      <p:sp>
        <p:nvSpPr>
          <p:cNvPr id="21" name="Text 19"/>
          <p:cNvSpPr/>
          <p:nvPr/>
        </p:nvSpPr>
        <p:spPr>
          <a:xfrm>
            <a:off x="987552" y="4800600"/>
            <a:ext cx="2950464" cy="566928"/>
          </a:xfrm>
          <a:prstGeom prst="rect">
            <a:avLst/>
          </a:prstGeom>
          <a:noFill/>
          <a:ln/>
        </p:spPr>
        <p:txBody>
          <a:bodyPr wrap="square" lIns="0" tIns="0" rIns="0" bIns="0" rtlCol="0" anchor="ctr"/>
          <a:lstStyle/>
          <a:p>
            <a:pPr indent="0" marL="0">
              <a:buNone/>
            </a:pPr>
            <a:r>
              <a:rPr lang="en-US" sz="1350" dirty="0">
                <a:solidFill>
                  <a:srgbClr val="20242E"/>
                </a:solidFill>
                <a:latin typeface="Inter" pitchFamily="34" charset="0"/>
                <a:ea typeface="Inter" pitchFamily="34" charset="-122"/>
                <a:cs typeface="Inter" pitchFamily="34" charset="-120"/>
              </a:rPr>
              <a:t>Porque no soporta el calor</a:t>
            </a:r>
            <a:endParaRPr lang="en-US" sz="1350" dirty="0"/>
          </a:p>
        </p:txBody>
      </p:sp>
      <p:sp>
        <p:nvSpPr>
          <p:cNvPr id="22" name="Shape 20"/>
          <p:cNvSpPr/>
          <p:nvPr/>
        </p:nvSpPr>
        <p:spPr>
          <a:xfrm>
            <a:off x="4276344" y="4800600"/>
            <a:ext cx="3270504" cy="566928"/>
          </a:xfrm>
          <a:prstGeom prst="roundRect">
            <a:avLst>
              <a:gd name="adj" fmla="val 14516"/>
            </a:avLst>
          </a:prstGeom>
          <a:solidFill>
            <a:srgbClr val="FFFFFF"/>
          </a:solidFill>
          <a:ln w="12700">
            <a:solidFill>
              <a:srgbClr val="E7E1DF"/>
            </a:solidFill>
            <a:prstDash val="solid"/>
          </a:ln>
        </p:spPr>
      </p:sp>
      <p:sp>
        <p:nvSpPr>
          <p:cNvPr id="23" name="Text 21"/>
          <p:cNvSpPr/>
          <p:nvPr/>
        </p:nvSpPr>
        <p:spPr>
          <a:xfrm>
            <a:off x="4440936" y="4800600"/>
            <a:ext cx="2950464" cy="566928"/>
          </a:xfrm>
          <a:prstGeom prst="rect">
            <a:avLst/>
          </a:prstGeom>
          <a:noFill/>
          <a:ln/>
        </p:spPr>
        <p:txBody>
          <a:bodyPr wrap="square" lIns="0" tIns="0" rIns="0" bIns="0" rtlCol="0" anchor="ctr"/>
          <a:lstStyle/>
          <a:p>
            <a:pPr indent="0" marL="0">
              <a:buNone/>
            </a:pPr>
            <a:r>
              <a:rPr lang="en-US" sz="1350" dirty="0">
                <a:solidFill>
                  <a:srgbClr val="20242E"/>
                </a:solidFill>
                <a:latin typeface="Inter" pitchFamily="34" charset="0"/>
                <a:ea typeface="Inter" pitchFamily="34" charset="-122"/>
                <a:cs typeface="Inter" pitchFamily="34" charset="-120"/>
              </a:rPr>
              <a:t>Porque es barato</a:t>
            </a:r>
            <a:endParaRPr lang="en-US" sz="1350" dirty="0"/>
          </a:p>
        </p:txBody>
      </p:sp>
      <p:sp>
        <p:nvSpPr>
          <p:cNvPr id="24" name="Shape 22"/>
          <p:cNvSpPr/>
          <p:nvPr/>
        </p:nvSpPr>
        <p:spPr>
          <a:xfrm>
            <a:off x="7729728" y="4800600"/>
            <a:ext cx="3270504" cy="566928"/>
          </a:xfrm>
          <a:prstGeom prst="roundRect">
            <a:avLst>
              <a:gd name="adj" fmla="val 14516"/>
            </a:avLst>
          </a:prstGeom>
          <a:solidFill>
            <a:srgbClr val="FFFFFF"/>
          </a:solidFill>
          <a:ln w="12700">
            <a:solidFill>
              <a:srgbClr val="E7E1DF"/>
            </a:solidFill>
            <a:prstDash val="solid"/>
          </a:ln>
        </p:spPr>
      </p:sp>
      <p:sp>
        <p:nvSpPr>
          <p:cNvPr id="25" name="Text 23"/>
          <p:cNvSpPr/>
          <p:nvPr/>
        </p:nvSpPr>
        <p:spPr>
          <a:xfrm>
            <a:off x="7894320" y="4800600"/>
            <a:ext cx="2950464" cy="566928"/>
          </a:xfrm>
          <a:prstGeom prst="rect">
            <a:avLst/>
          </a:prstGeom>
          <a:noFill/>
          <a:ln/>
        </p:spPr>
        <p:txBody>
          <a:bodyPr wrap="square" lIns="0" tIns="0" rIns="0" bIns="0" rtlCol="0" anchor="ctr"/>
          <a:lstStyle/>
          <a:p>
            <a:pPr indent="0" marL="0">
              <a:buNone/>
            </a:pPr>
            <a:r>
              <a:rPr lang="en-US" sz="1350" dirty="0">
                <a:solidFill>
                  <a:srgbClr val="20242E"/>
                </a:solidFill>
                <a:latin typeface="Inter" pitchFamily="34" charset="0"/>
                <a:ea typeface="Inter" pitchFamily="34" charset="-122"/>
                <a:cs typeface="Inter" pitchFamily="34" charset="-120"/>
              </a:rPr>
              <a:t>Porque hay mar</a:t>
            </a:r>
            <a:endParaRPr lang="en-US" sz="13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CFBF8"/>
        </a:solidFill>
      </p:bgPr>
    </p:bg>
    <p:spTree>
      <p:nvGrpSpPr>
        <p:cNvPr id="1" name=""/>
        <p:cNvGrpSpPr/>
        <p:nvPr/>
      </p:nvGrpSpPr>
      <p:grpSpPr>
        <a:xfrm>
          <a:off x="0" y="0"/>
          <a:ext cx="0" cy="0"/>
          <a:chOff x="0" y="0"/>
          <a:chExt cx="0" cy="0"/>
        </a:xfrm>
      </p:grpSpPr>
      <p:sp>
        <p:nvSpPr>
          <p:cNvPr id="2" name="Shape 0"/>
          <p:cNvSpPr/>
          <p:nvPr/>
        </p:nvSpPr>
        <p:spPr>
          <a:xfrm>
            <a:off x="0" y="0"/>
            <a:ext cx="12188952" cy="822960"/>
          </a:xfrm>
          <a:prstGeom prst="rect">
            <a:avLst/>
          </a:prstGeom>
          <a:solidFill>
            <a:srgbClr val="D64550"/>
          </a:solidFill>
          <a:ln/>
        </p:spPr>
      </p:sp>
      <p:sp>
        <p:nvSpPr>
          <p:cNvPr id="3" name="Text 1"/>
          <p:cNvSpPr/>
          <p:nvPr/>
        </p:nvSpPr>
        <p:spPr>
          <a:xfrm>
            <a:off x="502920" y="109728"/>
            <a:ext cx="9262872" cy="603504"/>
          </a:xfrm>
          <a:prstGeom prst="rect">
            <a:avLst/>
          </a:prstGeom>
          <a:noFill/>
          <a:ln/>
        </p:spPr>
        <p:txBody>
          <a:bodyPr wrap="square" lIns="0" tIns="0" rIns="0" bIns="0" rtlCol="0" anchor="ctr"/>
          <a:lstStyle/>
          <a:p>
            <a:pPr indent="0" marL="0">
              <a:buNone/>
            </a:pPr>
            <a:r>
              <a:rPr lang="en-US" sz="2600" b="1" dirty="0">
                <a:solidFill>
                  <a:srgbClr val="FFFFFF"/>
                </a:solidFill>
                <a:latin typeface="Bricolage Grotesque" pitchFamily="34" charset="0"/>
                <a:ea typeface="Bricolage Grotesque" pitchFamily="34" charset="-122"/>
                <a:cs typeface="Bricolage Grotesque" pitchFamily="34" charset="-120"/>
              </a:rPr>
              <a:t>¿Qué has entendido?</a:t>
            </a:r>
            <a:endParaRPr lang="en-US" sz="2600" dirty="0"/>
          </a:p>
        </p:txBody>
      </p:sp>
      <p:sp>
        <p:nvSpPr>
          <p:cNvPr id="4" name="Text 2"/>
          <p:cNvSpPr/>
          <p:nvPr/>
        </p:nvSpPr>
        <p:spPr>
          <a:xfrm>
            <a:off x="8622792" y="182880"/>
            <a:ext cx="3063240" cy="457200"/>
          </a:xfrm>
          <a:prstGeom prst="rect">
            <a:avLst/>
          </a:prstGeom>
          <a:noFill/>
          <a:ln/>
        </p:spPr>
        <p:txBody>
          <a:bodyPr wrap="square" lIns="0" tIns="0" rIns="0" bIns="0" rtlCol="0" anchor="ctr"/>
          <a:lstStyle/>
          <a:p>
            <a:pPr algn="r" indent="0" marL="0">
              <a:buNone/>
            </a:pPr>
            <a:r>
              <a:rPr lang="en-US" sz="1200" dirty="0">
                <a:solidFill>
                  <a:srgbClr val="FFFFFF"/>
                </a:solidFill>
                <a:latin typeface="Inter" pitchFamily="34" charset="0"/>
                <a:ea typeface="Inter" pitchFamily="34" charset="-122"/>
                <a:cs typeface="Inter" pitchFamily="34" charset="-120"/>
              </a:rPr>
              <a:t>Escucha · dos amigos hablan de las vacaciones</a:t>
            </a:r>
            <a:endParaRPr lang="en-US" sz="1200" dirty="0"/>
          </a:p>
        </p:txBody>
      </p:sp>
      <p:sp>
        <p:nvSpPr>
          <p:cNvPr id="5" name="Text 3"/>
          <p:cNvSpPr/>
          <p:nvPr/>
        </p:nvSpPr>
        <p:spPr>
          <a:xfrm>
            <a:off x="640080" y="1143000"/>
            <a:ext cx="10908792" cy="384048"/>
          </a:xfrm>
          <a:prstGeom prst="rect">
            <a:avLst/>
          </a:prstGeom>
          <a:noFill/>
          <a:ln/>
        </p:spPr>
        <p:txBody>
          <a:bodyPr wrap="square" lIns="0" tIns="0" rIns="0" bIns="0" rtlCol="0" anchor="ctr"/>
          <a:lstStyle/>
          <a:p>
            <a:pPr indent="0" marL="0">
              <a:buNone/>
            </a:pPr>
            <a:r>
              <a:rPr lang="en-US" sz="1700" b="1" dirty="0">
                <a:solidFill>
                  <a:srgbClr val="20242E"/>
                </a:solidFill>
                <a:latin typeface="Bricolage Grotesque" pitchFamily="34" charset="0"/>
                <a:ea typeface="Bricolage Grotesque" pitchFamily="34" charset="-122"/>
                <a:cs typeface="Bricolage Grotesque" pitchFamily="34" charset="-120"/>
              </a:rPr>
              <a:t>1. ¿Adónde va Nico?</a:t>
            </a:r>
            <a:endParaRPr lang="en-US" sz="1700" dirty="0"/>
          </a:p>
        </p:txBody>
      </p:sp>
      <p:sp>
        <p:nvSpPr>
          <p:cNvPr id="6" name="Shape 4"/>
          <p:cNvSpPr/>
          <p:nvPr/>
        </p:nvSpPr>
        <p:spPr>
          <a:xfrm>
            <a:off x="822960" y="1600200"/>
            <a:ext cx="3270504" cy="566928"/>
          </a:xfrm>
          <a:prstGeom prst="roundRect">
            <a:avLst>
              <a:gd name="adj" fmla="val 14516"/>
            </a:avLst>
          </a:prstGeom>
          <a:solidFill>
            <a:srgbClr val="FFFFFF"/>
          </a:solidFill>
          <a:ln w="12700">
            <a:solidFill>
              <a:srgbClr val="E7E1DF"/>
            </a:solidFill>
            <a:prstDash val="solid"/>
          </a:ln>
        </p:spPr>
      </p:sp>
      <p:sp>
        <p:nvSpPr>
          <p:cNvPr id="7" name="Text 5"/>
          <p:cNvSpPr/>
          <p:nvPr/>
        </p:nvSpPr>
        <p:spPr>
          <a:xfrm>
            <a:off x="987552" y="1600200"/>
            <a:ext cx="2950464" cy="566928"/>
          </a:xfrm>
          <a:prstGeom prst="rect">
            <a:avLst/>
          </a:prstGeom>
          <a:noFill/>
          <a:ln/>
        </p:spPr>
        <p:txBody>
          <a:bodyPr wrap="square" lIns="0" tIns="0" rIns="0" bIns="0" rtlCol="0" anchor="ctr"/>
          <a:lstStyle/>
          <a:p>
            <a:pPr indent="0" marL="0">
              <a:buNone/>
            </a:pPr>
            <a:r>
              <a:rPr lang="en-US" sz="1350" dirty="0">
                <a:solidFill>
                  <a:srgbClr val="20242E"/>
                </a:solidFill>
                <a:latin typeface="Inter" pitchFamily="34" charset="0"/>
                <a:ea typeface="Inter" pitchFamily="34" charset="-122"/>
                <a:cs typeface="Inter" pitchFamily="34" charset="-120"/>
              </a:rPr>
              <a:t>A la montaña</a:t>
            </a:r>
            <a:endParaRPr lang="en-US" sz="1350" dirty="0"/>
          </a:p>
        </p:txBody>
      </p:sp>
      <p:sp>
        <p:nvSpPr>
          <p:cNvPr id="8" name="Shape 6"/>
          <p:cNvSpPr/>
          <p:nvPr/>
        </p:nvSpPr>
        <p:spPr>
          <a:xfrm>
            <a:off x="4276344" y="1600200"/>
            <a:ext cx="3270504" cy="566928"/>
          </a:xfrm>
          <a:prstGeom prst="roundRect">
            <a:avLst>
              <a:gd name="adj" fmla="val 14516"/>
            </a:avLst>
          </a:prstGeom>
          <a:solidFill>
            <a:srgbClr val="EAF7EE"/>
          </a:solidFill>
          <a:ln w="12700">
            <a:solidFill>
              <a:srgbClr val="2F9A4A"/>
            </a:solidFill>
            <a:prstDash val="solid"/>
          </a:ln>
        </p:spPr>
      </p:sp>
      <p:sp>
        <p:nvSpPr>
          <p:cNvPr id="9" name="Text 7"/>
          <p:cNvSpPr/>
          <p:nvPr/>
        </p:nvSpPr>
        <p:spPr>
          <a:xfrm>
            <a:off x="4440936" y="1600200"/>
            <a:ext cx="2950464" cy="566928"/>
          </a:xfrm>
          <a:prstGeom prst="rect">
            <a:avLst/>
          </a:prstGeom>
          <a:noFill/>
          <a:ln/>
        </p:spPr>
        <p:txBody>
          <a:bodyPr wrap="square" lIns="0" tIns="0" rIns="0" bIns="0" rtlCol="0" anchor="ctr"/>
          <a:lstStyle/>
          <a:p>
            <a:pPr indent="0" marL="0">
              <a:buNone/>
            </a:pPr>
            <a:r>
              <a:rPr lang="en-US" sz="1350" b="1" dirty="0">
                <a:solidFill>
                  <a:srgbClr val="166534"/>
                </a:solidFill>
                <a:latin typeface="Inter" pitchFamily="34" charset="0"/>
                <a:ea typeface="Inter" pitchFamily="34" charset="-122"/>
                <a:cs typeface="Inter" pitchFamily="34" charset="-120"/>
              </a:rPr>
              <a:t>A la playa</a:t>
            </a:r>
            <a:endParaRPr lang="en-US" sz="1350" dirty="0"/>
          </a:p>
        </p:txBody>
      </p:sp>
      <p:sp>
        <p:nvSpPr>
          <p:cNvPr id="10" name="Shape 8"/>
          <p:cNvSpPr/>
          <p:nvPr/>
        </p:nvSpPr>
        <p:spPr>
          <a:xfrm>
            <a:off x="7729728" y="1600200"/>
            <a:ext cx="3270504" cy="566928"/>
          </a:xfrm>
          <a:prstGeom prst="roundRect">
            <a:avLst>
              <a:gd name="adj" fmla="val 14516"/>
            </a:avLst>
          </a:prstGeom>
          <a:solidFill>
            <a:srgbClr val="FFFFFF"/>
          </a:solidFill>
          <a:ln w="12700">
            <a:solidFill>
              <a:srgbClr val="E7E1DF"/>
            </a:solidFill>
            <a:prstDash val="solid"/>
          </a:ln>
        </p:spPr>
      </p:sp>
      <p:sp>
        <p:nvSpPr>
          <p:cNvPr id="11" name="Text 9"/>
          <p:cNvSpPr/>
          <p:nvPr/>
        </p:nvSpPr>
        <p:spPr>
          <a:xfrm>
            <a:off x="7894320" y="1600200"/>
            <a:ext cx="2950464" cy="566928"/>
          </a:xfrm>
          <a:prstGeom prst="rect">
            <a:avLst/>
          </a:prstGeom>
          <a:noFill/>
          <a:ln/>
        </p:spPr>
        <p:txBody>
          <a:bodyPr wrap="square" lIns="0" tIns="0" rIns="0" bIns="0" rtlCol="0" anchor="ctr"/>
          <a:lstStyle/>
          <a:p>
            <a:pPr indent="0" marL="0">
              <a:buNone/>
            </a:pPr>
            <a:r>
              <a:rPr lang="en-US" sz="1350" dirty="0">
                <a:solidFill>
                  <a:srgbClr val="20242E"/>
                </a:solidFill>
                <a:latin typeface="Inter" pitchFamily="34" charset="0"/>
                <a:ea typeface="Inter" pitchFamily="34" charset="-122"/>
                <a:cs typeface="Inter" pitchFamily="34" charset="-120"/>
              </a:rPr>
              <a:t>Al pueblo</a:t>
            </a:r>
            <a:endParaRPr lang="en-US" sz="1350" dirty="0"/>
          </a:p>
        </p:txBody>
      </p:sp>
      <p:sp>
        <p:nvSpPr>
          <p:cNvPr id="12" name="Text 10"/>
          <p:cNvSpPr/>
          <p:nvPr/>
        </p:nvSpPr>
        <p:spPr>
          <a:xfrm>
            <a:off x="640080" y="2743200"/>
            <a:ext cx="10908792" cy="384048"/>
          </a:xfrm>
          <a:prstGeom prst="rect">
            <a:avLst/>
          </a:prstGeom>
          <a:noFill/>
          <a:ln/>
        </p:spPr>
        <p:txBody>
          <a:bodyPr wrap="square" lIns="0" tIns="0" rIns="0" bIns="0" rtlCol="0" anchor="ctr"/>
          <a:lstStyle/>
          <a:p>
            <a:pPr indent="0" marL="0">
              <a:buNone/>
            </a:pPr>
            <a:r>
              <a:rPr lang="en-US" sz="1700" b="1" dirty="0">
                <a:solidFill>
                  <a:srgbClr val="20242E"/>
                </a:solidFill>
                <a:latin typeface="Bricolage Grotesque" pitchFamily="34" charset="0"/>
                <a:ea typeface="Bricolage Grotesque" pitchFamily="34" charset="-122"/>
                <a:cs typeface="Bricolage Grotesque" pitchFamily="34" charset="-120"/>
              </a:rPr>
              <a:t>2. ¿Cómo viaja Nico?</a:t>
            </a:r>
            <a:endParaRPr lang="en-US" sz="1700" dirty="0"/>
          </a:p>
        </p:txBody>
      </p:sp>
      <p:sp>
        <p:nvSpPr>
          <p:cNvPr id="13" name="Shape 11"/>
          <p:cNvSpPr/>
          <p:nvPr/>
        </p:nvSpPr>
        <p:spPr>
          <a:xfrm>
            <a:off x="822960" y="3200400"/>
            <a:ext cx="3270504" cy="566928"/>
          </a:xfrm>
          <a:prstGeom prst="roundRect">
            <a:avLst>
              <a:gd name="adj" fmla="val 14516"/>
            </a:avLst>
          </a:prstGeom>
          <a:solidFill>
            <a:srgbClr val="FFFFFF"/>
          </a:solidFill>
          <a:ln w="12700">
            <a:solidFill>
              <a:srgbClr val="E7E1DF"/>
            </a:solidFill>
            <a:prstDash val="solid"/>
          </a:ln>
        </p:spPr>
      </p:sp>
      <p:sp>
        <p:nvSpPr>
          <p:cNvPr id="14" name="Text 12"/>
          <p:cNvSpPr/>
          <p:nvPr/>
        </p:nvSpPr>
        <p:spPr>
          <a:xfrm>
            <a:off x="987552" y="3200400"/>
            <a:ext cx="2950464" cy="566928"/>
          </a:xfrm>
          <a:prstGeom prst="rect">
            <a:avLst/>
          </a:prstGeom>
          <a:noFill/>
          <a:ln/>
        </p:spPr>
        <p:txBody>
          <a:bodyPr wrap="square" lIns="0" tIns="0" rIns="0" bIns="0" rtlCol="0" anchor="ctr"/>
          <a:lstStyle/>
          <a:p>
            <a:pPr indent="0" marL="0">
              <a:buNone/>
            </a:pPr>
            <a:r>
              <a:rPr lang="en-US" sz="1350" dirty="0">
                <a:solidFill>
                  <a:srgbClr val="20242E"/>
                </a:solidFill>
                <a:latin typeface="Inter" pitchFamily="34" charset="0"/>
                <a:ea typeface="Inter" pitchFamily="34" charset="-122"/>
                <a:cs typeface="Inter" pitchFamily="34" charset="-120"/>
              </a:rPr>
              <a:t>En tren</a:t>
            </a:r>
            <a:endParaRPr lang="en-US" sz="1350" dirty="0"/>
          </a:p>
        </p:txBody>
      </p:sp>
      <p:sp>
        <p:nvSpPr>
          <p:cNvPr id="15" name="Shape 13"/>
          <p:cNvSpPr/>
          <p:nvPr/>
        </p:nvSpPr>
        <p:spPr>
          <a:xfrm>
            <a:off x="4276344" y="3200400"/>
            <a:ext cx="3270504" cy="566928"/>
          </a:xfrm>
          <a:prstGeom prst="roundRect">
            <a:avLst>
              <a:gd name="adj" fmla="val 14516"/>
            </a:avLst>
          </a:prstGeom>
          <a:solidFill>
            <a:srgbClr val="FFFFFF"/>
          </a:solidFill>
          <a:ln w="12700">
            <a:solidFill>
              <a:srgbClr val="E7E1DF"/>
            </a:solidFill>
            <a:prstDash val="solid"/>
          </a:ln>
        </p:spPr>
      </p:sp>
      <p:sp>
        <p:nvSpPr>
          <p:cNvPr id="16" name="Text 14"/>
          <p:cNvSpPr/>
          <p:nvPr/>
        </p:nvSpPr>
        <p:spPr>
          <a:xfrm>
            <a:off x="4440936" y="3200400"/>
            <a:ext cx="2950464" cy="566928"/>
          </a:xfrm>
          <a:prstGeom prst="rect">
            <a:avLst/>
          </a:prstGeom>
          <a:noFill/>
          <a:ln/>
        </p:spPr>
        <p:txBody>
          <a:bodyPr wrap="square" lIns="0" tIns="0" rIns="0" bIns="0" rtlCol="0" anchor="ctr"/>
          <a:lstStyle/>
          <a:p>
            <a:pPr indent="0" marL="0">
              <a:buNone/>
            </a:pPr>
            <a:r>
              <a:rPr lang="en-US" sz="1350" dirty="0">
                <a:solidFill>
                  <a:srgbClr val="20242E"/>
                </a:solidFill>
                <a:latin typeface="Inter" pitchFamily="34" charset="0"/>
                <a:ea typeface="Inter" pitchFamily="34" charset="-122"/>
                <a:cs typeface="Inter" pitchFamily="34" charset="-120"/>
              </a:rPr>
              <a:t>En coche</a:t>
            </a:r>
            <a:endParaRPr lang="en-US" sz="1350" dirty="0"/>
          </a:p>
        </p:txBody>
      </p:sp>
      <p:sp>
        <p:nvSpPr>
          <p:cNvPr id="17" name="Shape 15"/>
          <p:cNvSpPr/>
          <p:nvPr/>
        </p:nvSpPr>
        <p:spPr>
          <a:xfrm>
            <a:off x="7729728" y="3200400"/>
            <a:ext cx="3270504" cy="566928"/>
          </a:xfrm>
          <a:prstGeom prst="roundRect">
            <a:avLst>
              <a:gd name="adj" fmla="val 14516"/>
            </a:avLst>
          </a:prstGeom>
          <a:solidFill>
            <a:srgbClr val="EAF7EE"/>
          </a:solidFill>
          <a:ln w="12700">
            <a:solidFill>
              <a:srgbClr val="2F9A4A"/>
            </a:solidFill>
            <a:prstDash val="solid"/>
          </a:ln>
        </p:spPr>
      </p:sp>
      <p:sp>
        <p:nvSpPr>
          <p:cNvPr id="18" name="Text 16"/>
          <p:cNvSpPr/>
          <p:nvPr/>
        </p:nvSpPr>
        <p:spPr>
          <a:xfrm>
            <a:off x="7894320" y="3200400"/>
            <a:ext cx="2950464" cy="566928"/>
          </a:xfrm>
          <a:prstGeom prst="rect">
            <a:avLst/>
          </a:prstGeom>
          <a:noFill/>
          <a:ln/>
        </p:spPr>
        <p:txBody>
          <a:bodyPr wrap="square" lIns="0" tIns="0" rIns="0" bIns="0" rtlCol="0" anchor="ctr"/>
          <a:lstStyle/>
          <a:p>
            <a:pPr indent="0" marL="0">
              <a:buNone/>
            </a:pPr>
            <a:r>
              <a:rPr lang="en-US" sz="1350" b="1" dirty="0">
                <a:solidFill>
                  <a:srgbClr val="166534"/>
                </a:solidFill>
                <a:latin typeface="Inter" pitchFamily="34" charset="0"/>
                <a:ea typeface="Inter" pitchFamily="34" charset="-122"/>
                <a:cs typeface="Inter" pitchFamily="34" charset="-120"/>
              </a:rPr>
              <a:t>En avión</a:t>
            </a:r>
            <a:endParaRPr lang="en-US" sz="1350" dirty="0"/>
          </a:p>
        </p:txBody>
      </p:sp>
      <p:sp>
        <p:nvSpPr>
          <p:cNvPr id="19" name="Text 17"/>
          <p:cNvSpPr/>
          <p:nvPr/>
        </p:nvSpPr>
        <p:spPr>
          <a:xfrm>
            <a:off x="640080" y="4343400"/>
            <a:ext cx="10908792" cy="384048"/>
          </a:xfrm>
          <a:prstGeom prst="rect">
            <a:avLst/>
          </a:prstGeom>
          <a:noFill/>
          <a:ln/>
        </p:spPr>
        <p:txBody>
          <a:bodyPr wrap="square" lIns="0" tIns="0" rIns="0" bIns="0" rtlCol="0" anchor="ctr"/>
          <a:lstStyle/>
          <a:p>
            <a:pPr indent="0" marL="0">
              <a:buNone/>
            </a:pPr>
            <a:r>
              <a:rPr lang="en-US" sz="1700" b="1" dirty="0">
                <a:solidFill>
                  <a:srgbClr val="20242E"/>
                </a:solidFill>
                <a:latin typeface="Bricolage Grotesque" pitchFamily="34" charset="0"/>
                <a:ea typeface="Bricolage Grotesque" pitchFamily="34" charset="-122"/>
                <a:cs typeface="Bricolage Grotesque" pitchFamily="34" charset="-120"/>
              </a:rPr>
              <a:t>3. ¿Por qué prefiere Ana la montaña?</a:t>
            </a:r>
            <a:endParaRPr lang="en-US" sz="1700" dirty="0"/>
          </a:p>
        </p:txBody>
      </p:sp>
      <p:sp>
        <p:nvSpPr>
          <p:cNvPr id="20" name="Shape 18"/>
          <p:cNvSpPr/>
          <p:nvPr/>
        </p:nvSpPr>
        <p:spPr>
          <a:xfrm>
            <a:off x="822960" y="4800600"/>
            <a:ext cx="3270504" cy="566928"/>
          </a:xfrm>
          <a:prstGeom prst="roundRect">
            <a:avLst>
              <a:gd name="adj" fmla="val 14516"/>
            </a:avLst>
          </a:prstGeom>
          <a:solidFill>
            <a:srgbClr val="EAF7EE"/>
          </a:solidFill>
          <a:ln w="12700">
            <a:solidFill>
              <a:srgbClr val="2F9A4A"/>
            </a:solidFill>
            <a:prstDash val="solid"/>
          </a:ln>
        </p:spPr>
      </p:sp>
      <p:sp>
        <p:nvSpPr>
          <p:cNvPr id="21" name="Text 19"/>
          <p:cNvSpPr/>
          <p:nvPr/>
        </p:nvSpPr>
        <p:spPr>
          <a:xfrm>
            <a:off x="987552" y="4800600"/>
            <a:ext cx="2950464" cy="566928"/>
          </a:xfrm>
          <a:prstGeom prst="rect">
            <a:avLst/>
          </a:prstGeom>
          <a:noFill/>
          <a:ln/>
        </p:spPr>
        <p:txBody>
          <a:bodyPr wrap="square" lIns="0" tIns="0" rIns="0" bIns="0" rtlCol="0" anchor="ctr"/>
          <a:lstStyle/>
          <a:p>
            <a:pPr indent="0" marL="0">
              <a:buNone/>
            </a:pPr>
            <a:r>
              <a:rPr lang="en-US" sz="1350" b="1" dirty="0">
                <a:solidFill>
                  <a:srgbClr val="166534"/>
                </a:solidFill>
                <a:latin typeface="Inter" pitchFamily="34" charset="0"/>
                <a:ea typeface="Inter" pitchFamily="34" charset="-122"/>
                <a:cs typeface="Inter" pitchFamily="34" charset="-120"/>
              </a:rPr>
              <a:t>Porque no soporta el calor</a:t>
            </a:r>
            <a:endParaRPr lang="en-US" sz="1350" dirty="0"/>
          </a:p>
        </p:txBody>
      </p:sp>
      <p:sp>
        <p:nvSpPr>
          <p:cNvPr id="22" name="Shape 20"/>
          <p:cNvSpPr/>
          <p:nvPr/>
        </p:nvSpPr>
        <p:spPr>
          <a:xfrm>
            <a:off x="4276344" y="4800600"/>
            <a:ext cx="3270504" cy="566928"/>
          </a:xfrm>
          <a:prstGeom prst="roundRect">
            <a:avLst>
              <a:gd name="adj" fmla="val 14516"/>
            </a:avLst>
          </a:prstGeom>
          <a:solidFill>
            <a:srgbClr val="FFFFFF"/>
          </a:solidFill>
          <a:ln w="12700">
            <a:solidFill>
              <a:srgbClr val="E7E1DF"/>
            </a:solidFill>
            <a:prstDash val="solid"/>
          </a:ln>
        </p:spPr>
      </p:sp>
      <p:sp>
        <p:nvSpPr>
          <p:cNvPr id="23" name="Text 21"/>
          <p:cNvSpPr/>
          <p:nvPr/>
        </p:nvSpPr>
        <p:spPr>
          <a:xfrm>
            <a:off x="4440936" y="4800600"/>
            <a:ext cx="2950464" cy="566928"/>
          </a:xfrm>
          <a:prstGeom prst="rect">
            <a:avLst/>
          </a:prstGeom>
          <a:noFill/>
          <a:ln/>
        </p:spPr>
        <p:txBody>
          <a:bodyPr wrap="square" lIns="0" tIns="0" rIns="0" bIns="0" rtlCol="0" anchor="ctr"/>
          <a:lstStyle/>
          <a:p>
            <a:pPr indent="0" marL="0">
              <a:buNone/>
            </a:pPr>
            <a:r>
              <a:rPr lang="en-US" sz="1350" dirty="0">
                <a:solidFill>
                  <a:srgbClr val="20242E"/>
                </a:solidFill>
                <a:latin typeface="Inter" pitchFamily="34" charset="0"/>
                <a:ea typeface="Inter" pitchFamily="34" charset="-122"/>
                <a:cs typeface="Inter" pitchFamily="34" charset="-120"/>
              </a:rPr>
              <a:t>Porque es barato</a:t>
            </a:r>
            <a:endParaRPr lang="en-US" sz="1350" dirty="0"/>
          </a:p>
        </p:txBody>
      </p:sp>
      <p:sp>
        <p:nvSpPr>
          <p:cNvPr id="24" name="Shape 22"/>
          <p:cNvSpPr/>
          <p:nvPr/>
        </p:nvSpPr>
        <p:spPr>
          <a:xfrm>
            <a:off x="7729728" y="4800600"/>
            <a:ext cx="3270504" cy="566928"/>
          </a:xfrm>
          <a:prstGeom prst="roundRect">
            <a:avLst>
              <a:gd name="adj" fmla="val 14516"/>
            </a:avLst>
          </a:prstGeom>
          <a:solidFill>
            <a:srgbClr val="FFFFFF"/>
          </a:solidFill>
          <a:ln w="12700">
            <a:solidFill>
              <a:srgbClr val="E7E1DF"/>
            </a:solidFill>
            <a:prstDash val="solid"/>
          </a:ln>
        </p:spPr>
      </p:sp>
      <p:sp>
        <p:nvSpPr>
          <p:cNvPr id="25" name="Text 23"/>
          <p:cNvSpPr/>
          <p:nvPr/>
        </p:nvSpPr>
        <p:spPr>
          <a:xfrm>
            <a:off x="7894320" y="4800600"/>
            <a:ext cx="2950464" cy="566928"/>
          </a:xfrm>
          <a:prstGeom prst="rect">
            <a:avLst/>
          </a:prstGeom>
          <a:noFill/>
          <a:ln/>
        </p:spPr>
        <p:txBody>
          <a:bodyPr wrap="square" lIns="0" tIns="0" rIns="0" bIns="0" rtlCol="0" anchor="ctr"/>
          <a:lstStyle/>
          <a:p>
            <a:pPr indent="0" marL="0">
              <a:buNone/>
            </a:pPr>
            <a:r>
              <a:rPr lang="en-US" sz="1350" dirty="0">
                <a:solidFill>
                  <a:srgbClr val="20242E"/>
                </a:solidFill>
                <a:latin typeface="Inter" pitchFamily="34" charset="0"/>
                <a:ea typeface="Inter" pitchFamily="34" charset="-122"/>
                <a:cs typeface="Inter" pitchFamily="34" charset="-120"/>
              </a:rPr>
              <a:t>Porque hay mar</a:t>
            </a:r>
            <a:endParaRPr lang="en-US" sz="13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CFBF8"/>
        </a:solidFill>
      </p:bgPr>
    </p:bg>
    <p:spTree>
      <p:nvGrpSpPr>
        <p:cNvPr id="1" name=""/>
        <p:cNvGrpSpPr/>
        <p:nvPr/>
      </p:nvGrpSpPr>
      <p:grpSpPr>
        <a:xfrm>
          <a:off x="0" y="0"/>
          <a:ext cx="0" cy="0"/>
          <a:chOff x="0" y="0"/>
          <a:chExt cx="0" cy="0"/>
        </a:xfrm>
      </p:grpSpPr>
      <p:sp>
        <p:nvSpPr>
          <p:cNvPr id="2" name="Shape 0"/>
          <p:cNvSpPr/>
          <p:nvPr/>
        </p:nvSpPr>
        <p:spPr>
          <a:xfrm>
            <a:off x="0" y="0"/>
            <a:ext cx="12188952" cy="822960"/>
          </a:xfrm>
          <a:prstGeom prst="rect">
            <a:avLst/>
          </a:prstGeom>
          <a:solidFill>
            <a:srgbClr val="D64550"/>
          </a:solidFill>
          <a:ln/>
        </p:spPr>
      </p:sp>
      <p:sp>
        <p:nvSpPr>
          <p:cNvPr id="3" name="Text 1"/>
          <p:cNvSpPr/>
          <p:nvPr/>
        </p:nvSpPr>
        <p:spPr>
          <a:xfrm>
            <a:off x="502920" y="109728"/>
            <a:ext cx="9262872" cy="603504"/>
          </a:xfrm>
          <a:prstGeom prst="rect">
            <a:avLst/>
          </a:prstGeom>
          <a:noFill/>
          <a:ln/>
        </p:spPr>
        <p:txBody>
          <a:bodyPr wrap="square" lIns="0" tIns="0" rIns="0" bIns="0" rtlCol="0" anchor="ctr"/>
          <a:lstStyle/>
          <a:p>
            <a:pPr indent="0" marL="0">
              <a:buNone/>
            </a:pPr>
            <a:r>
              <a:rPr lang="en-US" sz="2600" b="1" dirty="0">
                <a:solidFill>
                  <a:srgbClr val="FFFFFF"/>
                </a:solidFill>
                <a:latin typeface="Bricolage Grotesque" pitchFamily="34" charset="0"/>
                <a:ea typeface="Bricolage Grotesque" pitchFamily="34" charset="-122"/>
                <a:cs typeface="Bricolage Grotesque" pitchFamily="34" charset="-120"/>
              </a:rPr>
              <a:t>Lo que ya sé decir</a:t>
            </a:r>
            <a:endParaRPr lang="en-US" sz="2600" dirty="0"/>
          </a:p>
        </p:txBody>
      </p:sp>
      <p:sp>
        <p:nvSpPr>
          <p:cNvPr id="4" name="Text 2"/>
          <p:cNvSpPr/>
          <p:nvPr/>
        </p:nvSpPr>
        <p:spPr>
          <a:xfrm>
            <a:off x="8622792" y="182880"/>
            <a:ext cx="3063240" cy="457200"/>
          </a:xfrm>
          <a:prstGeom prst="rect">
            <a:avLst/>
          </a:prstGeom>
          <a:noFill/>
          <a:ln/>
        </p:spPr>
        <p:txBody>
          <a:bodyPr wrap="square" lIns="0" tIns="0" rIns="0" bIns="0" rtlCol="0" anchor="ctr"/>
          <a:lstStyle/>
          <a:p>
            <a:pPr algn="r" indent="0" marL="0">
              <a:buNone/>
            </a:pPr>
            <a:r>
              <a:rPr lang="en-US" sz="1200" dirty="0">
                <a:solidFill>
                  <a:srgbClr val="FFFFFF"/>
                </a:solidFill>
                <a:latin typeface="Inter" pitchFamily="34" charset="0"/>
                <a:ea typeface="Inter" pitchFamily="34" charset="-122"/>
                <a:cs typeface="Inter" pitchFamily="34" charset="-120"/>
              </a:rPr>
              <a:t>Funciones comunicativas</a:t>
            </a:r>
            <a:endParaRPr lang="en-US" sz="1200" dirty="0"/>
          </a:p>
        </p:txBody>
      </p:sp>
      <p:sp>
        <p:nvSpPr>
          <p:cNvPr id="5" name="Shape 3"/>
          <p:cNvSpPr/>
          <p:nvPr/>
        </p:nvSpPr>
        <p:spPr>
          <a:xfrm>
            <a:off x="640080" y="1188720"/>
            <a:ext cx="10908792" cy="640080"/>
          </a:xfrm>
          <a:prstGeom prst="roundRect">
            <a:avLst>
              <a:gd name="adj" fmla="val 12857"/>
            </a:avLst>
          </a:prstGeom>
          <a:solidFill>
            <a:srgbClr val="FFFFFF"/>
          </a:solidFill>
          <a:ln w="12700">
            <a:solidFill>
              <a:srgbClr val="E7E1DF"/>
            </a:solidFill>
            <a:prstDash val="solid"/>
          </a:ln>
        </p:spPr>
      </p:sp>
      <p:sp>
        <p:nvSpPr>
          <p:cNvPr id="6" name="Text 4"/>
          <p:cNvSpPr/>
          <p:nvPr/>
        </p:nvSpPr>
        <p:spPr>
          <a:xfrm>
            <a:off x="914400" y="1188720"/>
            <a:ext cx="6583680" cy="640080"/>
          </a:xfrm>
          <a:prstGeom prst="rect">
            <a:avLst/>
          </a:prstGeom>
          <a:noFill/>
          <a:ln/>
        </p:spPr>
        <p:txBody>
          <a:bodyPr wrap="square" lIns="0" tIns="0" rIns="0" bIns="0" rtlCol="0" anchor="ctr"/>
          <a:lstStyle/>
          <a:p>
            <a:pPr indent="0" marL="0">
              <a:buNone/>
            </a:pPr>
            <a:r>
              <a:rPr lang="en-US" sz="1600" dirty="0">
                <a:solidFill>
                  <a:srgbClr val="20242E"/>
                </a:solidFill>
                <a:latin typeface="Bricolage Grotesque" pitchFamily="34" charset="0"/>
                <a:ea typeface="Bricolage Grotesque" pitchFamily="34" charset="-122"/>
                <a:cs typeface="Bricolage Grotesque" pitchFamily="34" charset="-120"/>
              </a:rPr>
              <a:t>«Siempre hace buen tiempo en Canarias.»</a:t>
            </a:r>
            <a:endParaRPr lang="en-US" sz="1600" dirty="0"/>
          </a:p>
        </p:txBody>
      </p:sp>
      <p:sp>
        <p:nvSpPr>
          <p:cNvPr id="7" name="Text 5"/>
          <p:cNvSpPr/>
          <p:nvPr/>
        </p:nvSpPr>
        <p:spPr>
          <a:xfrm>
            <a:off x="7680960" y="1188720"/>
            <a:ext cx="3867912" cy="640080"/>
          </a:xfrm>
          <a:prstGeom prst="rect">
            <a:avLst/>
          </a:prstGeom>
          <a:noFill/>
          <a:ln/>
        </p:spPr>
        <p:txBody>
          <a:bodyPr wrap="square" lIns="0" tIns="0" rIns="0" bIns="0" rtlCol="0" anchor="ctr"/>
          <a:lstStyle/>
          <a:p>
            <a:pPr algn="r" indent="0" marL="0">
              <a:buNone/>
            </a:pPr>
            <a:r>
              <a:rPr lang="en-US" sz="1250" dirty="0">
                <a:solidFill>
                  <a:srgbClr val="A8323B"/>
                </a:solidFill>
                <a:latin typeface="Inter" pitchFamily="34" charset="0"/>
                <a:ea typeface="Inter" pitchFamily="34" charset="-122"/>
                <a:cs typeface="Inter" pitchFamily="34" charset="-120"/>
              </a:rPr>
              <a:t>Hablar del tiempo que hace</a:t>
            </a:r>
            <a:endParaRPr lang="en-US" sz="1250" dirty="0"/>
          </a:p>
        </p:txBody>
      </p:sp>
      <p:sp>
        <p:nvSpPr>
          <p:cNvPr id="8" name="Shape 6"/>
          <p:cNvSpPr/>
          <p:nvPr/>
        </p:nvSpPr>
        <p:spPr>
          <a:xfrm>
            <a:off x="640080" y="1965960"/>
            <a:ext cx="10908792" cy="640080"/>
          </a:xfrm>
          <a:prstGeom prst="roundRect">
            <a:avLst>
              <a:gd name="adj" fmla="val 12857"/>
            </a:avLst>
          </a:prstGeom>
          <a:solidFill>
            <a:srgbClr val="FFFFFF"/>
          </a:solidFill>
          <a:ln w="12700">
            <a:solidFill>
              <a:srgbClr val="E7E1DF"/>
            </a:solidFill>
            <a:prstDash val="solid"/>
          </a:ln>
        </p:spPr>
      </p:sp>
      <p:sp>
        <p:nvSpPr>
          <p:cNvPr id="9" name="Text 7"/>
          <p:cNvSpPr/>
          <p:nvPr/>
        </p:nvSpPr>
        <p:spPr>
          <a:xfrm>
            <a:off x="914400" y="1965960"/>
            <a:ext cx="6583680" cy="640080"/>
          </a:xfrm>
          <a:prstGeom prst="rect">
            <a:avLst/>
          </a:prstGeom>
          <a:noFill/>
          <a:ln/>
        </p:spPr>
        <p:txBody>
          <a:bodyPr wrap="square" lIns="0" tIns="0" rIns="0" bIns="0" rtlCol="0" anchor="ctr"/>
          <a:lstStyle/>
          <a:p>
            <a:pPr indent="0" marL="0">
              <a:buNone/>
            </a:pPr>
            <a:r>
              <a:rPr lang="en-US" sz="1600" dirty="0">
                <a:solidFill>
                  <a:srgbClr val="20242E"/>
                </a:solidFill>
                <a:latin typeface="Bricolage Grotesque" pitchFamily="34" charset="0"/>
                <a:ea typeface="Bricolage Grotesque" pitchFamily="34" charset="-122"/>
                <a:cs typeface="Bricolage Grotesque" pitchFamily="34" charset="-120"/>
              </a:rPr>
              <a:t>«Pero hace un frío… Nunca hace ese frío en Madrid.»</a:t>
            </a:r>
            <a:endParaRPr lang="en-US" sz="1600" dirty="0"/>
          </a:p>
        </p:txBody>
      </p:sp>
      <p:sp>
        <p:nvSpPr>
          <p:cNvPr id="10" name="Text 8"/>
          <p:cNvSpPr/>
          <p:nvPr/>
        </p:nvSpPr>
        <p:spPr>
          <a:xfrm>
            <a:off x="7680960" y="1965960"/>
            <a:ext cx="3867912" cy="640080"/>
          </a:xfrm>
          <a:prstGeom prst="rect">
            <a:avLst/>
          </a:prstGeom>
          <a:noFill/>
          <a:ln/>
        </p:spPr>
        <p:txBody>
          <a:bodyPr wrap="square" lIns="0" tIns="0" rIns="0" bIns="0" rtlCol="0" anchor="ctr"/>
          <a:lstStyle/>
          <a:p>
            <a:pPr algn="r" indent="0" marL="0">
              <a:buNone/>
            </a:pPr>
            <a:r>
              <a:rPr lang="en-US" sz="1250" dirty="0">
                <a:solidFill>
                  <a:srgbClr val="A8323B"/>
                </a:solidFill>
                <a:latin typeface="Inter" pitchFamily="34" charset="0"/>
                <a:ea typeface="Inter" pitchFamily="34" charset="-122"/>
                <a:cs typeface="Inter" pitchFamily="34" charset="-120"/>
              </a:rPr>
              <a:t>Hablar del tiempo que hace</a:t>
            </a:r>
            <a:endParaRPr lang="en-US" sz="1250" dirty="0"/>
          </a:p>
        </p:txBody>
      </p:sp>
      <p:sp>
        <p:nvSpPr>
          <p:cNvPr id="11" name="Shape 9"/>
          <p:cNvSpPr/>
          <p:nvPr/>
        </p:nvSpPr>
        <p:spPr>
          <a:xfrm>
            <a:off x="640080" y="2743200"/>
            <a:ext cx="10908792" cy="640080"/>
          </a:xfrm>
          <a:prstGeom prst="roundRect">
            <a:avLst>
              <a:gd name="adj" fmla="val 12857"/>
            </a:avLst>
          </a:prstGeom>
          <a:solidFill>
            <a:srgbClr val="FFFFFF"/>
          </a:solidFill>
          <a:ln w="12700">
            <a:solidFill>
              <a:srgbClr val="E7E1DF"/>
            </a:solidFill>
            <a:prstDash val="solid"/>
          </a:ln>
        </p:spPr>
      </p:sp>
      <p:sp>
        <p:nvSpPr>
          <p:cNvPr id="12" name="Text 10"/>
          <p:cNvSpPr/>
          <p:nvPr/>
        </p:nvSpPr>
        <p:spPr>
          <a:xfrm>
            <a:off x="914400" y="2743200"/>
            <a:ext cx="6583680" cy="640080"/>
          </a:xfrm>
          <a:prstGeom prst="rect">
            <a:avLst/>
          </a:prstGeom>
          <a:noFill/>
          <a:ln/>
        </p:spPr>
        <p:txBody>
          <a:bodyPr wrap="square" lIns="0" tIns="0" rIns="0" bIns="0" rtlCol="0" anchor="ctr"/>
          <a:lstStyle/>
          <a:p>
            <a:pPr indent="0" marL="0">
              <a:buNone/>
            </a:pPr>
            <a:r>
              <a:rPr lang="en-US" sz="1600" dirty="0">
                <a:solidFill>
                  <a:srgbClr val="20242E"/>
                </a:solidFill>
                <a:latin typeface="Bricolage Grotesque" pitchFamily="34" charset="0"/>
                <a:ea typeface="Bricolage Grotesque" pitchFamily="34" charset="-122"/>
                <a:cs typeface="Bricolage Grotesque" pitchFamily="34" charset="-120"/>
              </a:rPr>
              <a:t>«Me gusta hacer submarinismo.»</a:t>
            </a:r>
            <a:endParaRPr lang="en-US" sz="1600" dirty="0"/>
          </a:p>
        </p:txBody>
      </p:sp>
      <p:sp>
        <p:nvSpPr>
          <p:cNvPr id="13" name="Text 11"/>
          <p:cNvSpPr/>
          <p:nvPr/>
        </p:nvSpPr>
        <p:spPr>
          <a:xfrm>
            <a:off x="7680960" y="2743200"/>
            <a:ext cx="3867912" cy="640080"/>
          </a:xfrm>
          <a:prstGeom prst="rect">
            <a:avLst/>
          </a:prstGeom>
          <a:noFill/>
          <a:ln/>
        </p:spPr>
        <p:txBody>
          <a:bodyPr wrap="square" lIns="0" tIns="0" rIns="0" bIns="0" rtlCol="0" anchor="ctr"/>
          <a:lstStyle/>
          <a:p>
            <a:pPr algn="r" indent="0" marL="0">
              <a:buNone/>
            </a:pPr>
            <a:r>
              <a:rPr lang="en-US" sz="1250" dirty="0">
                <a:solidFill>
                  <a:srgbClr val="A8323B"/>
                </a:solidFill>
                <a:latin typeface="Inter" pitchFamily="34" charset="0"/>
                <a:ea typeface="Inter" pitchFamily="34" charset="-122"/>
                <a:cs typeface="Inter" pitchFamily="34" charset="-120"/>
              </a:rPr>
              <a:t>Decir lo que te gusta y con qué frecuencia</a:t>
            </a:r>
            <a:endParaRPr lang="en-US" sz="1250" dirty="0"/>
          </a:p>
        </p:txBody>
      </p:sp>
      <p:sp>
        <p:nvSpPr>
          <p:cNvPr id="14" name="Shape 12"/>
          <p:cNvSpPr/>
          <p:nvPr/>
        </p:nvSpPr>
        <p:spPr>
          <a:xfrm>
            <a:off x="640080" y="3520440"/>
            <a:ext cx="10908792" cy="640080"/>
          </a:xfrm>
          <a:prstGeom prst="roundRect">
            <a:avLst>
              <a:gd name="adj" fmla="val 12857"/>
            </a:avLst>
          </a:prstGeom>
          <a:solidFill>
            <a:srgbClr val="FFFFFF"/>
          </a:solidFill>
          <a:ln w="12700">
            <a:solidFill>
              <a:srgbClr val="E7E1DF"/>
            </a:solidFill>
            <a:prstDash val="solid"/>
          </a:ln>
        </p:spPr>
      </p:sp>
      <p:sp>
        <p:nvSpPr>
          <p:cNvPr id="15" name="Text 13"/>
          <p:cNvSpPr/>
          <p:nvPr/>
        </p:nvSpPr>
        <p:spPr>
          <a:xfrm>
            <a:off x="914400" y="3520440"/>
            <a:ext cx="6583680" cy="640080"/>
          </a:xfrm>
          <a:prstGeom prst="rect">
            <a:avLst/>
          </a:prstGeom>
          <a:noFill/>
          <a:ln/>
        </p:spPr>
        <p:txBody>
          <a:bodyPr wrap="square" lIns="0" tIns="0" rIns="0" bIns="0" rtlCol="0" anchor="ctr"/>
          <a:lstStyle/>
          <a:p>
            <a:pPr indent="0" marL="0">
              <a:buNone/>
            </a:pPr>
            <a:r>
              <a:rPr lang="en-US" sz="1600" dirty="0">
                <a:solidFill>
                  <a:srgbClr val="20242E"/>
                </a:solidFill>
                <a:latin typeface="Bricolage Grotesque" pitchFamily="34" charset="0"/>
                <a:ea typeface="Bricolage Grotesque" pitchFamily="34" charset="-122"/>
                <a:cs typeface="Bricolage Grotesque" pitchFamily="34" charset="-120"/>
              </a:rPr>
              <a:t>«A ella también le gusta hacer submarinismo.»</a:t>
            </a:r>
            <a:endParaRPr lang="en-US" sz="1600" dirty="0"/>
          </a:p>
        </p:txBody>
      </p:sp>
      <p:sp>
        <p:nvSpPr>
          <p:cNvPr id="16" name="Text 14"/>
          <p:cNvSpPr/>
          <p:nvPr/>
        </p:nvSpPr>
        <p:spPr>
          <a:xfrm>
            <a:off x="7680960" y="3520440"/>
            <a:ext cx="3867912" cy="640080"/>
          </a:xfrm>
          <a:prstGeom prst="rect">
            <a:avLst/>
          </a:prstGeom>
          <a:noFill/>
          <a:ln/>
        </p:spPr>
        <p:txBody>
          <a:bodyPr wrap="square" lIns="0" tIns="0" rIns="0" bIns="0" rtlCol="0" anchor="ctr"/>
          <a:lstStyle/>
          <a:p>
            <a:pPr algn="r" indent="0" marL="0">
              <a:buNone/>
            </a:pPr>
            <a:r>
              <a:rPr lang="en-US" sz="1250" dirty="0">
                <a:solidFill>
                  <a:srgbClr val="A8323B"/>
                </a:solidFill>
                <a:latin typeface="Inter" pitchFamily="34" charset="0"/>
                <a:ea typeface="Inter" pitchFamily="34" charset="-122"/>
                <a:cs typeface="Inter" pitchFamily="34" charset="-120"/>
              </a:rPr>
              <a:t>Decir lo que te gusta y con qué frecuencia</a:t>
            </a:r>
            <a:endParaRPr lang="en-US" sz="1250" dirty="0"/>
          </a:p>
        </p:txBody>
      </p:sp>
      <p:sp>
        <p:nvSpPr>
          <p:cNvPr id="17" name="Shape 15"/>
          <p:cNvSpPr/>
          <p:nvPr/>
        </p:nvSpPr>
        <p:spPr>
          <a:xfrm>
            <a:off x="640080" y="4297680"/>
            <a:ext cx="10908792" cy="640080"/>
          </a:xfrm>
          <a:prstGeom prst="roundRect">
            <a:avLst>
              <a:gd name="adj" fmla="val 12857"/>
            </a:avLst>
          </a:prstGeom>
          <a:solidFill>
            <a:srgbClr val="FFFFFF"/>
          </a:solidFill>
          <a:ln w="12700">
            <a:solidFill>
              <a:srgbClr val="E7E1DF"/>
            </a:solidFill>
            <a:prstDash val="solid"/>
          </a:ln>
        </p:spPr>
      </p:sp>
      <p:sp>
        <p:nvSpPr>
          <p:cNvPr id="18" name="Text 16"/>
          <p:cNvSpPr/>
          <p:nvPr/>
        </p:nvSpPr>
        <p:spPr>
          <a:xfrm>
            <a:off x="914400" y="4297680"/>
            <a:ext cx="6583680" cy="640080"/>
          </a:xfrm>
          <a:prstGeom prst="rect">
            <a:avLst/>
          </a:prstGeom>
          <a:noFill/>
          <a:ln/>
        </p:spPr>
        <p:txBody>
          <a:bodyPr wrap="square" lIns="0" tIns="0" rIns="0" bIns="0" rtlCol="0" anchor="ctr"/>
          <a:lstStyle/>
          <a:p>
            <a:pPr indent="0" marL="0">
              <a:buNone/>
            </a:pPr>
            <a:r>
              <a:rPr lang="en-US" sz="1600" dirty="0">
                <a:solidFill>
                  <a:srgbClr val="20242E"/>
                </a:solidFill>
                <a:latin typeface="Bricolage Grotesque" pitchFamily="34" charset="0"/>
                <a:ea typeface="Bricolage Grotesque" pitchFamily="34" charset="-122"/>
                <a:cs typeface="Bricolage Grotesque" pitchFamily="34" charset="-120"/>
              </a:rPr>
              <a:t>«Casi nunca voy a la ópera.»</a:t>
            </a:r>
            <a:endParaRPr lang="en-US" sz="1600" dirty="0"/>
          </a:p>
        </p:txBody>
      </p:sp>
      <p:sp>
        <p:nvSpPr>
          <p:cNvPr id="19" name="Text 17"/>
          <p:cNvSpPr/>
          <p:nvPr/>
        </p:nvSpPr>
        <p:spPr>
          <a:xfrm>
            <a:off x="7680960" y="4297680"/>
            <a:ext cx="3867912" cy="640080"/>
          </a:xfrm>
          <a:prstGeom prst="rect">
            <a:avLst/>
          </a:prstGeom>
          <a:noFill/>
          <a:ln/>
        </p:spPr>
        <p:txBody>
          <a:bodyPr wrap="square" lIns="0" tIns="0" rIns="0" bIns="0" rtlCol="0" anchor="ctr"/>
          <a:lstStyle/>
          <a:p>
            <a:pPr algn="r" indent="0" marL="0">
              <a:buNone/>
            </a:pPr>
            <a:r>
              <a:rPr lang="en-US" sz="1250" dirty="0">
                <a:solidFill>
                  <a:srgbClr val="A8323B"/>
                </a:solidFill>
                <a:latin typeface="Inter" pitchFamily="34" charset="0"/>
                <a:ea typeface="Inter" pitchFamily="34" charset="-122"/>
                <a:cs typeface="Inter" pitchFamily="34" charset="-120"/>
              </a:rPr>
              <a:t>Decir lo que te gusta y con qué frecuencia</a:t>
            </a:r>
            <a:endParaRPr lang="en-US" sz="1250" dirty="0"/>
          </a:p>
        </p:txBody>
      </p:sp>
      <p:sp>
        <p:nvSpPr>
          <p:cNvPr id="20" name="Shape 18"/>
          <p:cNvSpPr/>
          <p:nvPr/>
        </p:nvSpPr>
        <p:spPr>
          <a:xfrm>
            <a:off x="640080" y="5074920"/>
            <a:ext cx="10908792" cy="640080"/>
          </a:xfrm>
          <a:prstGeom prst="roundRect">
            <a:avLst>
              <a:gd name="adj" fmla="val 12857"/>
            </a:avLst>
          </a:prstGeom>
          <a:solidFill>
            <a:srgbClr val="FFFFFF"/>
          </a:solidFill>
          <a:ln w="12700">
            <a:solidFill>
              <a:srgbClr val="E7E1DF"/>
            </a:solidFill>
            <a:prstDash val="solid"/>
          </a:ln>
        </p:spPr>
      </p:sp>
      <p:sp>
        <p:nvSpPr>
          <p:cNvPr id="21" name="Text 19"/>
          <p:cNvSpPr/>
          <p:nvPr/>
        </p:nvSpPr>
        <p:spPr>
          <a:xfrm>
            <a:off x="914400" y="5074920"/>
            <a:ext cx="6583680" cy="640080"/>
          </a:xfrm>
          <a:prstGeom prst="rect">
            <a:avLst/>
          </a:prstGeom>
          <a:noFill/>
          <a:ln/>
        </p:spPr>
        <p:txBody>
          <a:bodyPr wrap="square" lIns="0" tIns="0" rIns="0" bIns="0" rtlCol="0" anchor="ctr"/>
          <a:lstStyle/>
          <a:p>
            <a:pPr indent="0" marL="0">
              <a:buNone/>
            </a:pPr>
            <a:r>
              <a:rPr lang="en-US" sz="1600" dirty="0">
                <a:solidFill>
                  <a:srgbClr val="20242E"/>
                </a:solidFill>
                <a:latin typeface="Bricolage Grotesque" pitchFamily="34" charset="0"/>
                <a:ea typeface="Bricolage Grotesque" pitchFamily="34" charset="-122"/>
                <a:cs typeface="Bricolage Grotesque" pitchFamily="34" charset="-120"/>
              </a:rPr>
              <a:t>«Voy al gimnasio tres veces por semana.»</a:t>
            </a:r>
            <a:endParaRPr lang="en-US" sz="1600" dirty="0"/>
          </a:p>
        </p:txBody>
      </p:sp>
      <p:sp>
        <p:nvSpPr>
          <p:cNvPr id="22" name="Text 20"/>
          <p:cNvSpPr/>
          <p:nvPr/>
        </p:nvSpPr>
        <p:spPr>
          <a:xfrm>
            <a:off x="7680960" y="5074920"/>
            <a:ext cx="3867912" cy="640080"/>
          </a:xfrm>
          <a:prstGeom prst="rect">
            <a:avLst/>
          </a:prstGeom>
          <a:noFill/>
          <a:ln/>
        </p:spPr>
        <p:txBody>
          <a:bodyPr wrap="square" lIns="0" tIns="0" rIns="0" bIns="0" rtlCol="0" anchor="ctr"/>
          <a:lstStyle/>
          <a:p>
            <a:pPr algn="r" indent="0" marL="0">
              <a:buNone/>
            </a:pPr>
            <a:r>
              <a:rPr lang="en-US" sz="1250" dirty="0">
                <a:solidFill>
                  <a:srgbClr val="A8323B"/>
                </a:solidFill>
                <a:latin typeface="Inter" pitchFamily="34" charset="0"/>
                <a:ea typeface="Inter" pitchFamily="34" charset="-122"/>
                <a:cs typeface="Inter" pitchFamily="34" charset="-120"/>
              </a:rPr>
              <a:t>Decir lo que te gusta y con qué frecuencia</a:t>
            </a:r>
            <a:endParaRPr lang="en-US" sz="1250" dirty="0"/>
          </a:p>
        </p:txBody>
      </p:sp>
      <p:sp>
        <p:nvSpPr>
          <p:cNvPr id="23" name="Shape 21"/>
          <p:cNvSpPr/>
          <p:nvPr/>
        </p:nvSpPr>
        <p:spPr>
          <a:xfrm>
            <a:off x="640080" y="5852160"/>
            <a:ext cx="10908792" cy="640080"/>
          </a:xfrm>
          <a:prstGeom prst="roundRect">
            <a:avLst>
              <a:gd name="adj" fmla="val 12857"/>
            </a:avLst>
          </a:prstGeom>
          <a:solidFill>
            <a:srgbClr val="FFFFFF"/>
          </a:solidFill>
          <a:ln w="12700">
            <a:solidFill>
              <a:srgbClr val="E7E1DF"/>
            </a:solidFill>
            <a:prstDash val="solid"/>
          </a:ln>
        </p:spPr>
      </p:sp>
      <p:sp>
        <p:nvSpPr>
          <p:cNvPr id="24" name="Text 22"/>
          <p:cNvSpPr/>
          <p:nvPr/>
        </p:nvSpPr>
        <p:spPr>
          <a:xfrm>
            <a:off x="914400" y="5852160"/>
            <a:ext cx="6583680" cy="640080"/>
          </a:xfrm>
          <a:prstGeom prst="rect">
            <a:avLst/>
          </a:prstGeom>
          <a:noFill/>
          <a:ln/>
        </p:spPr>
        <p:txBody>
          <a:bodyPr wrap="square" lIns="0" tIns="0" rIns="0" bIns="0" rtlCol="0" anchor="ctr"/>
          <a:lstStyle/>
          <a:p>
            <a:pPr indent="0" marL="0">
              <a:buNone/>
            </a:pPr>
            <a:r>
              <a:rPr lang="en-US" sz="1600" dirty="0">
                <a:solidFill>
                  <a:srgbClr val="20242E"/>
                </a:solidFill>
                <a:latin typeface="Bricolage Grotesque" pitchFamily="34" charset="0"/>
                <a:ea typeface="Bricolage Grotesque" pitchFamily="34" charset="-122"/>
                <a:cs typeface="Bricolage Grotesque" pitchFamily="34" charset="-120"/>
              </a:rPr>
              <a:t>«¡Qué bien!»</a:t>
            </a:r>
            <a:endParaRPr lang="en-US" sz="1600" dirty="0"/>
          </a:p>
        </p:txBody>
      </p:sp>
      <p:sp>
        <p:nvSpPr>
          <p:cNvPr id="25" name="Text 23"/>
          <p:cNvSpPr/>
          <p:nvPr/>
        </p:nvSpPr>
        <p:spPr>
          <a:xfrm>
            <a:off x="7680960" y="5852160"/>
            <a:ext cx="3867912" cy="640080"/>
          </a:xfrm>
          <a:prstGeom prst="rect">
            <a:avLst/>
          </a:prstGeom>
          <a:noFill/>
          <a:ln/>
        </p:spPr>
        <p:txBody>
          <a:bodyPr wrap="square" lIns="0" tIns="0" rIns="0" bIns="0" rtlCol="0" anchor="ctr"/>
          <a:lstStyle/>
          <a:p>
            <a:pPr algn="r" indent="0" marL="0">
              <a:buNone/>
            </a:pPr>
            <a:r>
              <a:rPr lang="en-US" sz="1250" dirty="0">
                <a:solidFill>
                  <a:srgbClr val="A8323B"/>
                </a:solidFill>
                <a:latin typeface="Inter" pitchFamily="34" charset="0"/>
                <a:ea typeface="Inter" pitchFamily="34" charset="-122"/>
                <a:cs typeface="Inter" pitchFamily="34" charset="-120"/>
              </a:rPr>
              <a:t>Reaccionar con una exclamación</a:t>
            </a:r>
            <a:endParaRPr lang="en-US" sz="1250" dirty="0"/>
          </a:p>
        </p:txBody>
      </p:sp>
      <p:sp>
        <p:nvSpPr>
          <p:cNvPr id="26" name="Shape 24"/>
          <p:cNvSpPr/>
          <p:nvPr/>
        </p:nvSpPr>
        <p:spPr>
          <a:xfrm>
            <a:off x="640080" y="6629400"/>
            <a:ext cx="10908792" cy="640080"/>
          </a:xfrm>
          <a:prstGeom prst="roundRect">
            <a:avLst>
              <a:gd name="adj" fmla="val 12857"/>
            </a:avLst>
          </a:prstGeom>
          <a:solidFill>
            <a:srgbClr val="FFFFFF"/>
          </a:solidFill>
          <a:ln w="12700">
            <a:solidFill>
              <a:srgbClr val="E7E1DF"/>
            </a:solidFill>
            <a:prstDash val="solid"/>
          </a:ln>
        </p:spPr>
      </p:sp>
      <p:sp>
        <p:nvSpPr>
          <p:cNvPr id="27" name="Text 25"/>
          <p:cNvSpPr/>
          <p:nvPr/>
        </p:nvSpPr>
        <p:spPr>
          <a:xfrm>
            <a:off x="914400" y="6629400"/>
            <a:ext cx="6583680" cy="640080"/>
          </a:xfrm>
          <a:prstGeom prst="rect">
            <a:avLst/>
          </a:prstGeom>
          <a:noFill/>
          <a:ln/>
        </p:spPr>
        <p:txBody>
          <a:bodyPr wrap="square" lIns="0" tIns="0" rIns="0" bIns="0" rtlCol="0" anchor="ctr"/>
          <a:lstStyle/>
          <a:p>
            <a:pPr indent="0" marL="0">
              <a:buNone/>
            </a:pPr>
            <a:r>
              <a:rPr lang="en-US" sz="1600" dirty="0">
                <a:solidFill>
                  <a:srgbClr val="20242E"/>
                </a:solidFill>
                <a:latin typeface="Bricolage Grotesque" pitchFamily="34" charset="0"/>
                <a:ea typeface="Bricolage Grotesque" pitchFamily="34" charset="-122"/>
                <a:cs typeface="Bricolage Grotesque" pitchFamily="34" charset="-120"/>
              </a:rPr>
              <a:t>«A mí me gusta más el frío.»</a:t>
            </a:r>
            <a:endParaRPr lang="en-US" sz="1600" dirty="0"/>
          </a:p>
        </p:txBody>
      </p:sp>
      <p:sp>
        <p:nvSpPr>
          <p:cNvPr id="28" name="Text 26"/>
          <p:cNvSpPr/>
          <p:nvPr/>
        </p:nvSpPr>
        <p:spPr>
          <a:xfrm>
            <a:off x="7680960" y="6629400"/>
            <a:ext cx="3867912" cy="640080"/>
          </a:xfrm>
          <a:prstGeom prst="rect">
            <a:avLst/>
          </a:prstGeom>
          <a:noFill/>
          <a:ln/>
        </p:spPr>
        <p:txBody>
          <a:bodyPr wrap="square" lIns="0" tIns="0" rIns="0" bIns="0" rtlCol="0" anchor="ctr"/>
          <a:lstStyle/>
          <a:p>
            <a:pPr algn="r" indent="0" marL="0">
              <a:buNone/>
            </a:pPr>
            <a:r>
              <a:rPr lang="en-US" sz="1250" dirty="0">
                <a:solidFill>
                  <a:srgbClr val="A8323B"/>
                </a:solidFill>
                <a:latin typeface="Inter" pitchFamily="34" charset="0"/>
                <a:ea typeface="Inter" pitchFamily="34" charset="-122"/>
                <a:cs typeface="Inter" pitchFamily="34" charset="-120"/>
              </a:rPr>
              <a:t>Decir lo que te gusta y con qué frecuencia</a:t>
            </a:r>
            <a:endParaRPr lang="en-US" sz="12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CFBF8"/>
        </a:solidFill>
      </p:bgPr>
    </p:bg>
    <p:spTree>
      <p:nvGrpSpPr>
        <p:cNvPr id="1" name=""/>
        <p:cNvGrpSpPr/>
        <p:nvPr/>
      </p:nvGrpSpPr>
      <p:grpSpPr>
        <a:xfrm>
          <a:off x="0" y="0"/>
          <a:ext cx="0" cy="0"/>
          <a:chOff x="0" y="0"/>
          <a:chExt cx="0" cy="0"/>
        </a:xfrm>
      </p:grpSpPr>
      <p:sp>
        <p:nvSpPr>
          <p:cNvPr id="2" name="Shape 0"/>
          <p:cNvSpPr/>
          <p:nvPr/>
        </p:nvSpPr>
        <p:spPr>
          <a:xfrm>
            <a:off x="0" y="0"/>
            <a:ext cx="12188952" cy="822960"/>
          </a:xfrm>
          <a:prstGeom prst="rect">
            <a:avLst/>
          </a:prstGeom>
          <a:solidFill>
            <a:srgbClr val="D64550"/>
          </a:solidFill>
          <a:ln/>
        </p:spPr>
      </p:sp>
      <p:sp>
        <p:nvSpPr>
          <p:cNvPr id="3" name="Text 1"/>
          <p:cNvSpPr/>
          <p:nvPr/>
        </p:nvSpPr>
        <p:spPr>
          <a:xfrm>
            <a:off x="502920" y="109728"/>
            <a:ext cx="9262872" cy="603504"/>
          </a:xfrm>
          <a:prstGeom prst="rect">
            <a:avLst/>
          </a:prstGeom>
          <a:noFill/>
          <a:ln/>
        </p:spPr>
        <p:txBody>
          <a:bodyPr wrap="square" lIns="0" tIns="0" rIns="0" bIns="0" rtlCol="0" anchor="ctr"/>
          <a:lstStyle/>
          <a:p>
            <a:pPr indent="0" marL="0">
              <a:buNone/>
            </a:pPr>
            <a:r>
              <a:rPr lang="en-US" sz="2600" b="1" dirty="0">
                <a:solidFill>
                  <a:srgbClr val="FFFFFF"/>
                </a:solidFill>
                <a:latin typeface="Bricolage Grotesque" pitchFamily="34" charset="0"/>
                <a:ea typeface="Bricolage Grotesque" pitchFamily="34" charset="-122"/>
                <a:cs typeface="Bricolage Grotesque" pitchFamily="34" charset="-120"/>
              </a:rPr>
              <a:t>Tarea final · El tiempo y mis vacaciones</a:t>
            </a:r>
            <a:endParaRPr lang="en-US" sz="2600" dirty="0"/>
          </a:p>
        </p:txBody>
      </p:sp>
      <p:sp>
        <p:nvSpPr>
          <p:cNvPr id="4" name="Text 2"/>
          <p:cNvSpPr/>
          <p:nvPr/>
        </p:nvSpPr>
        <p:spPr>
          <a:xfrm>
            <a:off x="8622792" y="182880"/>
            <a:ext cx="3063240" cy="457200"/>
          </a:xfrm>
          <a:prstGeom prst="rect">
            <a:avLst/>
          </a:prstGeom>
          <a:noFill/>
          <a:ln/>
        </p:spPr>
        <p:txBody>
          <a:bodyPr wrap="square" lIns="0" tIns="0" rIns="0" bIns="0" rtlCol="0" anchor="ctr"/>
          <a:lstStyle/>
          <a:p>
            <a:pPr algn="r" indent="0" marL="0">
              <a:buNone/>
            </a:pPr>
            <a:r>
              <a:rPr lang="en-US" sz="1200" dirty="0">
                <a:solidFill>
                  <a:srgbClr val="FFFFFF"/>
                </a:solidFill>
                <a:latin typeface="Inter" pitchFamily="34" charset="0"/>
                <a:ea typeface="Inter" pitchFamily="34" charset="-122"/>
                <a:cs typeface="Inter" pitchFamily="34" charset="-120"/>
              </a:rPr>
              <a:t>Unidad 11</a:t>
            </a:r>
            <a:endParaRPr lang="en-US" sz="1200" dirty="0"/>
          </a:p>
        </p:txBody>
      </p:sp>
      <p:sp>
        <p:nvSpPr>
          <p:cNvPr id="5" name="Shape 3"/>
          <p:cNvSpPr/>
          <p:nvPr/>
        </p:nvSpPr>
        <p:spPr>
          <a:xfrm>
            <a:off x="640080" y="1005840"/>
            <a:ext cx="10908792" cy="914400"/>
          </a:xfrm>
          <a:prstGeom prst="roundRect">
            <a:avLst>
              <a:gd name="adj" fmla="val 10000"/>
            </a:avLst>
          </a:prstGeom>
          <a:solidFill>
            <a:srgbClr val="FBEAEC"/>
          </a:solidFill>
          <a:ln w="12700">
            <a:solidFill>
              <a:srgbClr val="FBEAEC"/>
            </a:solidFill>
            <a:prstDash val="solid"/>
          </a:ln>
        </p:spPr>
      </p:sp>
      <p:sp>
        <p:nvSpPr>
          <p:cNvPr id="6" name="Text 4"/>
          <p:cNvSpPr/>
          <p:nvPr/>
        </p:nvSpPr>
        <p:spPr>
          <a:xfrm>
            <a:off x="914400" y="1005840"/>
            <a:ext cx="10360152" cy="502920"/>
          </a:xfrm>
          <a:prstGeom prst="rect">
            <a:avLst/>
          </a:prstGeom>
          <a:noFill/>
          <a:ln/>
        </p:spPr>
        <p:txBody>
          <a:bodyPr wrap="square" lIns="0" tIns="0" rIns="0" bIns="0" rtlCol="0" anchor="ctr"/>
          <a:lstStyle/>
          <a:p>
            <a:pPr indent="0" marL="0">
              <a:buNone/>
            </a:pPr>
            <a:r>
              <a:rPr lang="en-US" sz="1800" b="1" dirty="0">
                <a:solidFill>
                  <a:srgbClr val="A8323B"/>
                </a:solidFill>
                <a:latin typeface="Bricolage Grotesque" pitchFamily="34" charset="0"/>
                <a:ea typeface="Bricolage Grotesque" pitchFamily="34" charset="-122"/>
                <a:cs typeface="Bricolage Grotesque" pitchFamily="34" charset="-120"/>
              </a:rPr>
              <a:t>Cuenta qué tiempo hace, adónde vas y qué te gusta hacer.</a:t>
            </a:r>
            <a:endParaRPr lang="en-US" sz="1800" dirty="0"/>
          </a:p>
        </p:txBody>
      </p:sp>
      <p:sp>
        <p:nvSpPr>
          <p:cNvPr id="7" name="Text 5"/>
          <p:cNvSpPr/>
          <p:nvPr/>
        </p:nvSpPr>
        <p:spPr>
          <a:xfrm>
            <a:off x="914400" y="1463040"/>
            <a:ext cx="10360152" cy="411480"/>
          </a:xfrm>
          <a:prstGeom prst="rect">
            <a:avLst/>
          </a:prstGeom>
          <a:noFill/>
          <a:ln/>
        </p:spPr>
        <p:txBody>
          <a:bodyPr wrap="square" lIns="0" tIns="0" rIns="0" bIns="0" rtlCol="0" anchor="ctr"/>
          <a:lstStyle/>
          <a:p>
            <a:pPr indent="0" marL="0">
              <a:buNone/>
            </a:pPr>
            <a:r>
              <a:rPr lang="en-US" sz="1350" dirty="0">
                <a:solidFill>
                  <a:srgbClr val="6A6E78"/>
                </a:solidFill>
                <a:latin typeface="Inter" pitchFamily="34" charset="0"/>
                <a:ea typeface="Inter" pitchFamily="34" charset="-122"/>
                <a:cs typeface="Inter" pitchFamily="34" charset="-120"/>
              </a:rPr>
              <a:t>Vertel wat voor weer het is, waar je heen gaat en wat je graag doet.</a:t>
            </a:r>
            <a:endParaRPr lang="en-US" sz="1350" dirty="0"/>
          </a:p>
        </p:txBody>
      </p:sp>
      <p:sp>
        <p:nvSpPr>
          <p:cNvPr id="8" name="Shape 6"/>
          <p:cNvSpPr/>
          <p:nvPr/>
        </p:nvSpPr>
        <p:spPr>
          <a:xfrm>
            <a:off x="685800" y="2240280"/>
            <a:ext cx="411480" cy="411480"/>
          </a:xfrm>
          <a:prstGeom prst="ellipse">
            <a:avLst/>
          </a:prstGeom>
          <a:solidFill>
            <a:srgbClr val="D64550"/>
          </a:solidFill>
          <a:ln/>
        </p:spPr>
      </p:sp>
      <p:sp>
        <p:nvSpPr>
          <p:cNvPr id="9" name="Text 7"/>
          <p:cNvSpPr/>
          <p:nvPr/>
        </p:nvSpPr>
        <p:spPr>
          <a:xfrm>
            <a:off x="685800" y="2240280"/>
            <a:ext cx="41148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Bricolage Grotesque" pitchFamily="34" charset="0"/>
                <a:ea typeface="Bricolage Grotesque" pitchFamily="34" charset="-122"/>
                <a:cs typeface="Bricolage Grotesque" pitchFamily="34" charset="-120"/>
              </a:rPr>
              <a:t>1</a:t>
            </a:r>
            <a:endParaRPr lang="en-US" sz="1400" dirty="0"/>
          </a:p>
        </p:txBody>
      </p:sp>
      <p:sp>
        <p:nvSpPr>
          <p:cNvPr id="10" name="Text 8"/>
          <p:cNvSpPr/>
          <p:nvPr/>
        </p:nvSpPr>
        <p:spPr>
          <a:xfrm>
            <a:off x="1280160" y="2148840"/>
            <a:ext cx="10177272" cy="594360"/>
          </a:xfrm>
          <a:prstGeom prst="rect">
            <a:avLst/>
          </a:prstGeom>
          <a:noFill/>
          <a:ln/>
        </p:spPr>
        <p:txBody>
          <a:bodyPr wrap="square" lIns="0" tIns="0" rIns="0" bIns="0" rtlCol="0" anchor="ctr"/>
          <a:lstStyle/>
          <a:p>
            <a:pPr indent="0" marL="0">
              <a:buNone/>
            </a:pPr>
            <a:r>
              <a:rPr lang="en-US" sz="1450" dirty="0">
                <a:solidFill>
                  <a:srgbClr val="20242E"/>
                </a:solidFill>
                <a:latin typeface="Inter" pitchFamily="34" charset="0"/>
                <a:ea typeface="Inter" pitchFamily="34" charset="-122"/>
                <a:cs typeface="Inter" pitchFamily="34" charset="-120"/>
              </a:rPr>
              <a:t>Zeg wat voor weer het vandaag is: hace… of está…</a:t>
            </a:r>
            <a:endParaRPr lang="en-US" sz="1450" dirty="0"/>
          </a:p>
        </p:txBody>
      </p:sp>
      <p:sp>
        <p:nvSpPr>
          <p:cNvPr id="11" name="Shape 9"/>
          <p:cNvSpPr/>
          <p:nvPr/>
        </p:nvSpPr>
        <p:spPr>
          <a:xfrm>
            <a:off x="685800" y="3044952"/>
            <a:ext cx="411480" cy="411480"/>
          </a:xfrm>
          <a:prstGeom prst="ellipse">
            <a:avLst/>
          </a:prstGeom>
          <a:solidFill>
            <a:srgbClr val="D64550"/>
          </a:solidFill>
          <a:ln/>
        </p:spPr>
      </p:sp>
      <p:sp>
        <p:nvSpPr>
          <p:cNvPr id="12" name="Text 10"/>
          <p:cNvSpPr/>
          <p:nvPr/>
        </p:nvSpPr>
        <p:spPr>
          <a:xfrm>
            <a:off x="685800" y="3044952"/>
            <a:ext cx="41148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Bricolage Grotesque" pitchFamily="34" charset="0"/>
                <a:ea typeface="Bricolage Grotesque" pitchFamily="34" charset="-122"/>
                <a:cs typeface="Bricolage Grotesque" pitchFamily="34" charset="-120"/>
              </a:rPr>
              <a:t>2</a:t>
            </a:r>
            <a:endParaRPr lang="en-US" sz="1400" dirty="0"/>
          </a:p>
        </p:txBody>
      </p:sp>
      <p:sp>
        <p:nvSpPr>
          <p:cNvPr id="13" name="Text 11"/>
          <p:cNvSpPr/>
          <p:nvPr/>
        </p:nvSpPr>
        <p:spPr>
          <a:xfrm>
            <a:off x="1280160" y="2953512"/>
            <a:ext cx="10177272" cy="594360"/>
          </a:xfrm>
          <a:prstGeom prst="rect">
            <a:avLst/>
          </a:prstGeom>
          <a:noFill/>
          <a:ln/>
        </p:spPr>
        <p:txBody>
          <a:bodyPr wrap="square" lIns="0" tIns="0" rIns="0" bIns="0" rtlCol="0" anchor="ctr"/>
          <a:lstStyle/>
          <a:p>
            <a:pPr indent="0" marL="0">
              <a:buNone/>
            </a:pPr>
            <a:r>
              <a:rPr lang="en-US" sz="1450" dirty="0">
                <a:solidFill>
                  <a:srgbClr val="20242E"/>
                </a:solidFill>
                <a:latin typeface="Inter" pitchFamily="34" charset="0"/>
                <a:ea typeface="Inter" pitchFamily="34" charset="-122"/>
                <a:cs typeface="Inter" pitchFamily="34" charset="-120"/>
              </a:rPr>
              <a:t>Kies een bestemming en zeg hoe je er geraakt: voy a… en…</a:t>
            </a:r>
            <a:endParaRPr lang="en-US" sz="1450" dirty="0"/>
          </a:p>
        </p:txBody>
      </p:sp>
      <p:sp>
        <p:nvSpPr>
          <p:cNvPr id="14" name="Shape 12"/>
          <p:cNvSpPr/>
          <p:nvPr/>
        </p:nvSpPr>
        <p:spPr>
          <a:xfrm>
            <a:off x="685800" y="3849624"/>
            <a:ext cx="411480" cy="411480"/>
          </a:xfrm>
          <a:prstGeom prst="ellipse">
            <a:avLst/>
          </a:prstGeom>
          <a:solidFill>
            <a:srgbClr val="D64550"/>
          </a:solidFill>
          <a:ln/>
        </p:spPr>
      </p:sp>
      <p:sp>
        <p:nvSpPr>
          <p:cNvPr id="15" name="Text 13"/>
          <p:cNvSpPr/>
          <p:nvPr/>
        </p:nvSpPr>
        <p:spPr>
          <a:xfrm>
            <a:off x="685800" y="3849624"/>
            <a:ext cx="41148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Bricolage Grotesque" pitchFamily="34" charset="0"/>
                <a:ea typeface="Bricolage Grotesque" pitchFamily="34" charset="-122"/>
                <a:cs typeface="Bricolage Grotesque" pitchFamily="34" charset="-120"/>
              </a:rPr>
              <a:t>3</a:t>
            </a:r>
            <a:endParaRPr lang="en-US" sz="1400" dirty="0"/>
          </a:p>
        </p:txBody>
      </p:sp>
      <p:sp>
        <p:nvSpPr>
          <p:cNvPr id="16" name="Text 14"/>
          <p:cNvSpPr/>
          <p:nvPr/>
        </p:nvSpPr>
        <p:spPr>
          <a:xfrm>
            <a:off x="1280160" y="3758184"/>
            <a:ext cx="10177272" cy="594360"/>
          </a:xfrm>
          <a:prstGeom prst="rect">
            <a:avLst/>
          </a:prstGeom>
          <a:noFill/>
          <a:ln/>
        </p:spPr>
        <p:txBody>
          <a:bodyPr wrap="square" lIns="0" tIns="0" rIns="0" bIns="0" rtlCol="0" anchor="ctr"/>
          <a:lstStyle/>
          <a:p>
            <a:pPr indent="0" marL="0">
              <a:buNone/>
            </a:pPr>
            <a:r>
              <a:rPr lang="en-US" sz="1450" dirty="0">
                <a:solidFill>
                  <a:srgbClr val="20242E"/>
                </a:solidFill>
                <a:latin typeface="Inter" pitchFamily="34" charset="0"/>
                <a:ea typeface="Inter" pitchFamily="34" charset="-122"/>
                <a:cs typeface="Inter" pitchFamily="34" charset="-120"/>
              </a:rPr>
              <a:t>Zeg wat je daar graag doet met me gusta of me encanta.</a:t>
            </a:r>
            <a:endParaRPr lang="en-US" sz="1450" dirty="0"/>
          </a:p>
        </p:txBody>
      </p:sp>
      <p:sp>
        <p:nvSpPr>
          <p:cNvPr id="17" name="Shape 15"/>
          <p:cNvSpPr/>
          <p:nvPr/>
        </p:nvSpPr>
        <p:spPr>
          <a:xfrm>
            <a:off x="685800" y="4654296"/>
            <a:ext cx="411480" cy="411480"/>
          </a:xfrm>
          <a:prstGeom prst="ellipse">
            <a:avLst/>
          </a:prstGeom>
          <a:solidFill>
            <a:srgbClr val="D64550"/>
          </a:solidFill>
          <a:ln/>
        </p:spPr>
      </p:sp>
      <p:sp>
        <p:nvSpPr>
          <p:cNvPr id="18" name="Text 16"/>
          <p:cNvSpPr/>
          <p:nvPr/>
        </p:nvSpPr>
        <p:spPr>
          <a:xfrm>
            <a:off x="685800" y="4654296"/>
            <a:ext cx="41148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Bricolage Grotesque" pitchFamily="34" charset="0"/>
                <a:ea typeface="Bricolage Grotesque" pitchFamily="34" charset="-122"/>
                <a:cs typeface="Bricolage Grotesque" pitchFamily="34" charset="-120"/>
              </a:rPr>
              <a:t>4</a:t>
            </a:r>
            <a:endParaRPr lang="en-US" sz="1400" dirty="0"/>
          </a:p>
        </p:txBody>
      </p:sp>
      <p:sp>
        <p:nvSpPr>
          <p:cNvPr id="19" name="Text 17"/>
          <p:cNvSpPr/>
          <p:nvPr/>
        </p:nvSpPr>
        <p:spPr>
          <a:xfrm>
            <a:off x="1280160" y="4562856"/>
            <a:ext cx="10177272" cy="594360"/>
          </a:xfrm>
          <a:prstGeom prst="rect">
            <a:avLst/>
          </a:prstGeom>
          <a:noFill/>
          <a:ln/>
        </p:spPr>
        <p:txBody>
          <a:bodyPr wrap="square" lIns="0" tIns="0" rIns="0" bIns="0" rtlCol="0" anchor="ctr"/>
          <a:lstStyle/>
          <a:p>
            <a:pPr indent="0" marL="0">
              <a:buNone/>
            </a:pPr>
            <a:r>
              <a:rPr lang="en-US" sz="1450" dirty="0">
                <a:solidFill>
                  <a:srgbClr val="20242E"/>
                </a:solidFill>
                <a:latin typeface="Inter" pitchFamily="34" charset="0"/>
                <a:ea typeface="Inter" pitchFamily="34" charset="-122"/>
                <a:cs typeface="Inter" pitchFamily="34" charset="-120"/>
              </a:rPr>
              <a:t>Voeg één woord toe dat zegt hóé vaak: siempre · a veces · nunca.</a:t>
            </a:r>
            <a:endParaRPr lang="en-US" sz="1450" dirty="0"/>
          </a:p>
        </p:txBody>
      </p:sp>
      <p:sp>
        <p:nvSpPr>
          <p:cNvPr id="20" name="Shape 18"/>
          <p:cNvSpPr/>
          <p:nvPr/>
        </p:nvSpPr>
        <p:spPr>
          <a:xfrm>
            <a:off x="685800" y="5458968"/>
            <a:ext cx="411480" cy="411480"/>
          </a:xfrm>
          <a:prstGeom prst="ellipse">
            <a:avLst/>
          </a:prstGeom>
          <a:solidFill>
            <a:srgbClr val="D64550"/>
          </a:solidFill>
          <a:ln/>
        </p:spPr>
      </p:sp>
      <p:sp>
        <p:nvSpPr>
          <p:cNvPr id="21" name="Text 19"/>
          <p:cNvSpPr/>
          <p:nvPr/>
        </p:nvSpPr>
        <p:spPr>
          <a:xfrm>
            <a:off x="685800" y="5458968"/>
            <a:ext cx="41148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Bricolage Grotesque" pitchFamily="34" charset="0"/>
                <a:ea typeface="Bricolage Grotesque" pitchFamily="34" charset="-122"/>
                <a:cs typeface="Bricolage Grotesque" pitchFamily="34" charset="-120"/>
              </a:rPr>
              <a:t>5</a:t>
            </a:r>
            <a:endParaRPr lang="en-US" sz="1400" dirty="0"/>
          </a:p>
        </p:txBody>
      </p:sp>
      <p:sp>
        <p:nvSpPr>
          <p:cNvPr id="22" name="Text 20"/>
          <p:cNvSpPr/>
          <p:nvPr/>
        </p:nvSpPr>
        <p:spPr>
          <a:xfrm>
            <a:off x="1280160" y="5367528"/>
            <a:ext cx="10177272" cy="594360"/>
          </a:xfrm>
          <a:prstGeom prst="rect">
            <a:avLst/>
          </a:prstGeom>
          <a:noFill/>
          <a:ln/>
        </p:spPr>
        <p:txBody>
          <a:bodyPr wrap="square" lIns="0" tIns="0" rIns="0" bIns="0" rtlCol="0" anchor="ctr"/>
          <a:lstStyle/>
          <a:p>
            <a:pPr indent="0" marL="0">
              <a:buNone/>
            </a:pPr>
            <a:r>
              <a:rPr lang="en-US" sz="1450" dirty="0">
                <a:solidFill>
                  <a:srgbClr val="20242E"/>
                </a:solidFill>
                <a:latin typeface="Inter" pitchFamily="34" charset="0"/>
                <a:ea typeface="Inter" pitchFamily="34" charset="-122"/>
                <a:cs typeface="Inter" pitchFamily="34" charset="-120"/>
              </a:rPr>
              <a:t>Vraag het je buur: «¿Y a ti? ¿Qué te gusta hacer en vacaciones?»</a:t>
            </a:r>
            <a:endParaRPr lang="en-US" sz="14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A8323B"/>
        </a:solidFill>
      </p:bgPr>
    </p:bg>
    <p:spTree>
      <p:nvGrpSpPr>
        <p:cNvPr id="1" name=""/>
        <p:cNvGrpSpPr/>
        <p:nvPr/>
      </p:nvGrpSpPr>
      <p:grpSpPr>
        <a:xfrm>
          <a:off x="0" y="0"/>
          <a:ext cx="0" cy="0"/>
          <a:chOff x="0" y="0"/>
          <a:chExt cx="0" cy="0"/>
        </a:xfrm>
      </p:grpSpPr>
      <p:sp>
        <p:nvSpPr>
          <p:cNvPr id="2" name="Text 0"/>
          <p:cNvSpPr/>
          <p:nvPr/>
        </p:nvSpPr>
        <p:spPr>
          <a:xfrm>
            <a:off x="731520" y="2194560"/>
            <a:ext cx="10725912" cy="914400"/>
          </a:xfrm>
          <a:prstGeom prst="rect">
            <a:avLst/>
          </a:prstGeom>
          <a:noFill/>
          <a:ln/>
        </p:spPr>
        <p:txBody>
          <a:bodyPr wrap="square" lIns="0" tIns="0" rIns="0" bIns="0" rtlCol="0" anchor="ctr"/>
          <a:lstStyle/>
          <a:p>
            <a:pPr indent="0" marL="0">
              <a:buNone/>
            </a:pPr>
            <a:r>
              <a:rPr lang="en-US" sz="4600" b="1" dirty="0">
                <a:solidFill>
                  <a:srgbClr val="FFFFFF"/>
                </a:solidFill>
                <a:latin typeface="Bricolage Grotesque" pitchFamily="34" charset="0"/>
                <a:ea typeface="Bricolage Grotesque" pitchFamily="34" charset="-122"/>
                <a:cs typeface="Bricolage Grotesque" pitchFamily="34" charset="-120"/>
              </a:rPr>
              <a:t>¿Y tú?</a:t>
            </a:r>
            <a:endParaRPr lang="en-US" sz="4600" dirty="0"/>
          </a:p>
        </p:txBody>
      </p:sp>
      <p:sp>
        <p:nvSpPr>
          <p:cNvPr id="3" name="Text 1"/>
          <p:cNvSpPr/>
          <p:nvPr/>
        </p:nvSpPr>
        <p:spPr>
          <a:xfrm>
            <a:off x="731520" y="3200400"/>
            <a:ext cx="10725912" cy="731520"/>
          </a:xfrm>
          <a:prstGeom prst="rect">
            <a:avLst/>
          </a:prstGeom>
          <a:noFill/>
          <a:ln/>
        </p:spPr>
        <p:txBody>
          <a:bodyPr wrap="square" lIns="0" tIns="0" rIns="0" bIns="0" rtlCol="0" anchor="ctr"/>
          <a:lstStyle/>
          <a:p>
            <a:pPr indent="0" marL="0">
              <a:buNone/>
            </a:pPr>
            <a:r>
              <a:rPr lang="en-US" sz="1700" dirty="0">
                <a:solidFill>
                  <a:srgbClr val="F6DDE0"/>
                </a:solidFill>
                <a:latin typeface="Inter" pitchFamily="34" charset="0"/>
                <a:ea typeface="Inter" pitchFamily="34" charset="-122"/>
                <a:cs typeface="Inter" pitchFamily="34" charset="-120"/>
              </a:rPr>
              <a:t>Wat neem je mee uit deze unidad? Noteer drie chunks die je zeker wil onthouden.</a:t>
            </a:r>
            <a:endParaRPr lang="en-US" sz="1700" dirty="0"/>
          </a:p>
        </p:txBody>
      </p:sp>
      <p:sp>
        <p:nvSpPr>
          <p:cNvPr id="4" name="Text 2"/>
          <p:cNvSpPr/>
          <p:nvPr/>
        </p:nvSpPr>
        <p:spPr>
          <a:xfrm>
            <a:off x="731520" y="4023360"/>
            <a:ext cx="10725912" cy="731520"/>
          </a:xfrm>
          <a:prstGeom prst="rect">
            <a:avLst/>
          </a:prstGeom>
          <a:noFill/>
          <a:ln/>
        </p:spPr>
        <p:txBody>
          <a:bodyPr wrap="square" lIns="0" tIns="0" rIns="0" bIns="0" rtlCol="0" anchor="ctr"/>
          <a:lstStyle/>
          <a:p>
            <a:pPr indent="0" marL="0">
              <a:buNone/>
            </a:pPr>
            <a:r>
              <a:rPr lang="en-US" sz="1600" dirty="0">
                <a:solidFill>
                  <a:srgbClr val="FFFFFF"/>
                </a:solidFill>
                <a:latin typeface="Bricolage Grotesque" pitchFamily="34" charset="0"/>
                <a:ea typeface="Bricolage Grotesque" pitchFamily="34" charset="-122"/>
                <a:cs typeface="Bricolage Grotesque" pitchFamily="34" charset="-120"/>
              </a:rPr>
              <a:t>· se va de vacaciones    · hace buen tiempo    · hace un frío    · nunca hace ese frío    · me gusta hacer submarinismo    · le gusta</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C4 · Unidad 11 · Aquí hace demasiado calor</dc:title>
  <dc:subject>PptxGenJS Presentation</dc:subject>
  <dc:creator>Español en la práctica</dc:creator>
  <cp:lastModifiedBy>Español en la práctica</cp:lastModifiedBy>
  <cp:revision>1</cp:revision>
  <dcterms:created xsi:type="dcterms:W3CDTF">2026-08-09T19:11:55Z</dcterms:created>
  <dcterms:modified xsi:type="dcterms:W3CDTF">2026-08-09T19:11:55Z</dcterms:modified>
</cp:coreProperties>
</file>