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https://www.youtube.com/embed/guCpaHfy7VQ" TargetMode="External"/><Relationship Id="rId4" Type="http://schemas.microsoft.com/office/2007/relationships/media" Target="https://www.youtube.com/embed/guCpaHfy7VQ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La familia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Esta es mi madre.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Es muy elegante.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familie voorstellen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en mensen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beschrijven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(het uiterlijk &amp; het karakter).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presentar y describir a las personas.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Presentar a tu familia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esta es mi madre · se llama…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Describir a alguien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es alto/a · guapo/a · simpático/a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Graduar con muy / un poco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muy guapa · un poco tímido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ll · y (yeísmo) · llana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familia · describir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mi/tu · ser + adjetivo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presenta a un familiar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familia hispana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 árbol de familia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Luister eerst, spreek na, en durf zelf te beschrijven.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una madre toont el álbum de fotos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¿Es un chico? ¿Y es simpático?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Esta es mi madre, la abuela de María.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 muy elegante, pero un poco gorda.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María es una chica muy delgada y muy guapa.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El tío Fermín es el guapo de la familia.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 muy alto y muy fuerte.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Paula es la hermana de María.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Madre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Vive en Londres. ¡Divertida, amable…!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familia · mi madre / mi padre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 es… · es la hermana de…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alto · guapo · simpático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muy… · un poco…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67328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Sitcom · Episodio 4 — klik om af te spelen</a:t>
            </a:r>
          </a:p>
        </p:txBody>
      </p:sp>
      <p:pic>
        <p:nvPicPr>
          <p:cNvPr id="29" name="Picture 28" descr="video_poster_U4.pn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ll · la y (yeísmo) · el acento llano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ll, de y &amp; de klemtoon — luister en spreek 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elle · ll — de klank van «calle»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calle · llave · apellido · ella · silla · llamar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Klinkt in de meeste landen als de NL «j» in «ja»: ca-je.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i griega · y — el yeísmo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yo · ya · playa · mayo · desayuno · leyenda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De y klinkt nét als de ll (dat heet yeísmo): «yo» ≈ «jo».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«ll» is één letter/klank, niet twee l's: ca</a:t>
            </a:r>
            <a:r>
              <a:rPr sz="1300" b="1" i="0">
                <a:solidFill>
                  <a:srgbClr val="A8323B"/>
                </a:solidFill>
                <a:latin typeface="Inter"/>
              </a:rPr>
              <a:t>ll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e,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ll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ave, ape</a:t>
            </a:r>
            <a:r>
              <a:rPr sz="1300" b="1" i="0">
                <a:solidFill>
                  <a:srgbClr val="A8323B"/>
                </a:solidFill>
                <a:latin typeface="Inter"/>
              </a:rPr>
              <a:t>ll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ido. En de y klinkt nét zo (yeísmo).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El acento llano · de meeste woorden — klemtoon op de voorlaatste lettergreep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64550"/>
                </a:solidFill>
                <a:latin typeface="Bricolage Grotesque"/>
              </a:rPr>
              <a:t>MA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·dre      her·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MA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·no      a·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BUE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·la      e·le·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GAN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familia y presentar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gezinsleden &amp; iemand voorstellen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La familia · miembros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madre · el padre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moeder · vader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hermano · la hermana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broer · zus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abuelo · la abuela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opa · oma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tío · la tía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oom · tante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hijo · la hija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zoon · dochter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Presentar a alguien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Esta es mi madre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is mijn moeder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Este es mi padre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is mijn vader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 mi hermano/a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mijn broer/zus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Se llama…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hij/zij heet…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 la hermana de María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zus van María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¿Dónde vive?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¿Dónde vives?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 woon je?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Vivo en…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woon in…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Vive en Londres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woont in Londen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en la calle…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in de straat…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¿Y tú?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jij?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Describir · el físico y el carácter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Beschrijven: het uiterlijk &amp; het karakter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El físico · el aspecto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alto/a · bajo/a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lang · klein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guapo/a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knap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delgado/a · gordo/a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slank · mollig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fuerte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sterk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tiene el pelo largo/corto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lang/kort haar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El carácter · la personalidad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simpático/a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aardig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divertido/a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grappig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amable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vriendelijk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inteligente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intelligent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 elegante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elegant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muy = heel · un poco = een beetje. Beschrijven = ser (es).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· tu · 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Van wie is het? De posesivos — functioneel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mi · tu · su — van wie is het familielid?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mi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mijn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mi madre · mi hermano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tu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jouw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¿Y tu familia?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su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zijn/haar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su padre (de él/ella)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de + naam · ejemplos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Esta es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mi madre.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15768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la hermana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de María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099816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¿Y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tu familia?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246120"/>
            <a:ext cx="51206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mi/tu blijven gelijk: mi madre én mi padre.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Esta es ___ madre (van mij).  ¿Y ___ familia? (van jou)  ___ padre (van hem).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mi · tu · su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 + adjetivo ♂/♀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Iemand beschrijven: het adjectief past zich aan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E8F0FE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Bricolage Grotesque"/>
              </a:rPr>
              <a:t>♂ Un chico es…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alto · guapo · delgado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Inter"/>
              </a:rPr>
              <a:t>simpático · divertido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CE7F0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Bricolage Grotesque"/>
              </a:rPr>
              <a:t>♀ Una chica es…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alta · guapa · delgada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Inter"/>
              </a:rPr>
              <a:t>simpática · divertida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20140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Op -e blijft gelijk (♂ = ♀)  ·  muy / un poco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Eindigt op -e → gelijk voor ♂ én ♀: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amable · inteligente · elegante · fuerte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Beschrijven =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ser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(es guapa), niet estar. </a:t>
            </a:r>
            <a:r>
              <a:rPr sz="1300" b="1" i="0">
                <a:solidFill>
                  <a:srgbClr val="20242E"/>
                </a:solidFill>
                <a:latin typeface="Inter"/>
              </a:rPr>
              <a:t>muy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= heel · </a:t>
            </a:r>
            <a:r>
              <a:rPr sz="1300" b="1" i="0">
                <a:solidFill>
                  <a:srgbClr val="20242E"/>
                </a:solidFill>
                <a:latin typeface="Inter"/>
              </a:rPr>
              <a:t>un poco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= een beetje (muy alta · un poco gorda).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la 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¿Quién es esta chica?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mi hermana. Es muy simpátic__.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este chico?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Es ___ hermano. Es alt__ y un poco tímido.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simpática (♀)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mi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alto (♂)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Presenta a un familiar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Stel een familielid voor &amp; beschrijf hem/haar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«— Esta es mi madre.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Se llama Ana. Es muy simpática.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Es alta y un poco tímida.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Vive en Sevilla.»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familielid (echt of fantasie).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Presenta: «Esta/Este es mi… Se llama…»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Describe: 2 adjectieven (♂/♀ + muy/un poco).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rol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luisteren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familia en 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Grote, warme families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Shakira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Antología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Juanes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Camisa Negra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Los Ángeles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Luis Fonsi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Despacito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TKN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👨‍👩‍👧‍👦 La familia es grande y cercana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(la sobremesa = lang napraten aan tafel · dos apellidos · Frida Kahlo schilderde haar stamboom). La playlist + LyricsTraining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árbol de familia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Stel 4 familieleden voor &amp; beschrijf 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MI ÁRBOL · noteer je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👩 Esta es mi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____. Se llama ____. Es ____.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👨 Este es mi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____. Es ____ y ____.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🧑 Est_ es mi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____. Es muy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Dibuja el árbol: 4 personen (madre, padre…).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Presenta a cada uno: «Est_ es mi… Se llama…»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Describe: 2 adjectieven (♂/♀ + muy/un poco).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Preséntalo a la clase — zónder af te lezen.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4 familieleden voorstelt met «est_ es mi…», elk met 2 adjectieven (juiste ♂/♀ + muy/un poco), en de stamboom aanwijst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10 / 10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01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94560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01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194560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98648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00837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401568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98648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00837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401568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05656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2153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608576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05656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2153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608576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12664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542239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5815584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uno · dos · tres · cinco · diez · veinte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5312664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542239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5815584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19672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662940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7022592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6519672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662940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7022592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stel je iemand voor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Esta/Este es mi ___ (madre/padre…). Se llama 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mi = van mij · tu = van jou · de + naam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beschrijf je iemand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 alto/alta · guapo/guapa · simpático/a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-o = ♂ · -a = ♀  |  -e blijft gelijk (amable)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muy = heel · un poco = een beetje · ser (es)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317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mijn familie voorstellen (est_ es mi…)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8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iemand beschrijven (ser + adjetivo, ♂/♀)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648456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mi/tu en muy/un poco juist gebruiken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306824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de familieleden benoemen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0292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árbol de familia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LA FAMILIA   ·   C4 · La Ruta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