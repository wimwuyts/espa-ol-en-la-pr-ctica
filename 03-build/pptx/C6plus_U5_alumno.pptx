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obituario del héroe anónimo — ✍️ creatieve beperking</a:t>
            </a:r>
          </a:p>
          <a:p>
            <a:r>
              <a:t>OPDRACHT: Schrijf het overlijdensbericht van iemand die niet beroemd werd, in acht zinnen.</a:t>
            </a:r>
          </a:p>
          <a:p>
            <a:r>
              <a:t>DE REGEL: Geen beroemdheid, geen uitvinder, geen held. Iemand uit een gewoon leven — en toch moet je in één zin kunnen zeggen wat er zonder deze persoon níet zou bestaan.</a:t>
            </a:r>
          </a:p>
          <a:p>
            <a:r>
              <a:t>VERLOOP: Piensa en alguien real o inventado, pero corriente. | Escribe la frase «gracias a él/ella, …». | Construye las otras siete alrededor. | Léelo en voz alta. ¿Se nota que importó?</a:t>
            </a:r>
          </a:p>
          <a:p>
            <a:r>
              <a:t>SLEUTEL: De verplichte zin «gracias a él/ella, …» is het hart: hij dwingt tot een gevolg dat nog bestaat, en dus tot een contrast tussen indefinido (het leven) en presente (het gevolg).  ||  «Nunca… , pero sí…» is de tweede sleutelzin: hij maakt de anonimiteit expliciet in plaats van hem te verzwijgen.  ||  De vijf voorbeelden zijn expres alledaags. Wie toch een beroemdheid kiest, heeft de beperking gemist — en de beperking ís de opdracht.  ||  Toets de acht zinnen, de indefinido-vormen en de aanwezigheid van de gracias-zin.</a:t>
            </a:r>
          </a:p>
          <a:p>
            <a:r>
              <a:t>NOTA: Sommige leerlingen schrijven over een eigen grootouder. Dat mag, en het levert de beste teksten op — maar niemand hoeft voor te lezen.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5 · La leyenda mal contada — ✍️ creatieve beperking</a:t>
            </a:r>
          </a:p>
          <a:p>
            <a:r>
              <a:t>OPDRACHT: Zet de acht delen op volgorde en vertel ze in eigen woorden.</a:t>
            </a:r>
          </a:p>
          <a:p>
            <a:r>
              <a:t>DE REGEL: Bij het navertellen mag je geen enkele zin letterlijk overnemen. Je gebruikt de conectoren van het verhaal — érase una vez, entonces, al final — en je eigen woorden.</a:t>
            </a:r>
          </a:p>
          <a:p>
            <a:r>
              <a:t>VERLOOP: Leed las ocho partes, desordenadas. | Ordenadlas. Dos pistas: quién aparece primero y qué causa qué. | Contadla sin leer, con vuestras palabras. | ¿Qué explica esta leyenda?</a:t>
            </a:r>
          </a:p>
          <a:p>
            <a:r>
              <a:t>SLEUTEL: De juiste volgorde is A · C · B · D · E · F · G · H.  ||  De moeilijkste is C vóór B: eerst vraagt hij toestemming, dán stelt de vader zijn voorwaarde. Wie B eerst zet, keert oorzaak en gevolg om.  ||  H is het slot dat de legende zijn functie geeft: een verklaring voor twee echte vulkanen naast Mexico-Stad. Zonder H is het een liefdesverhaal, mét H is het een mythe.  ||  Toets het navertellen, niet het ordenen. Wie de volgorde heeft maar voorleest, heeft de reto niet gedaan.  ||  «Se querían» en «estaba lejos» staan in het imperfecto, de verteltijd van elke legende. Dat is U6-stof: hier alleen herkennen, en bij het navertellen mag de leerling ze als vaste formule overnemen. Vraag er geen analyse over.</a:t>
            </a:r>
          </a:p>
          <a:p>
            <a:r>
              <a:t>NOTA: Toon een foto van de twee vulkanen ná het navertellen. De vorm van de Iztaccíhuatl — «la mujer dormida» — maakt het verhaal in één beeld af.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Entrevista al pasado — 🎭 simulatie met beperking</a:t>
            </a:r>
          </a:p>
          <a:p>
            <a:r>
              <a:t>OPDRACHT: Interview het personage. Alle antwoorden in het indefinido.</a:t>
            </a:r>
          </a:p>
          <a:p>
            <a:r>
              <a:t>DE REGEL: Het personage antwoordt uitsluitend in het indefinido — hij vertelt afgeronde feiten, geen gewoontes en geen meningen. Wie «yo creo que» zegt, is uit zijn rol.</a:t>
            </a:r>
          </a:p>
          <a:p>
            <a:r>
              <a:t>VERLOOP: Un/a voluntario/-a elige un personaje y se sienta. | La clase prepara dos preguntas cada uno, en indefinido. | Entrevista de cinco minutos. Sin pausas largas. | Cambiad de personaje. | ¿Qué pregunta ha sido la mejor? ¿Por qué?</a:t>
            </a:r>
          </a:p>
          <a:p>
            <a:r>
              <a:t>SLEUTEL: Het verbod op meningen dwingt tot feiten, en feiten dwingen tot het indefinido. Dat is de hele constructie: de rolregel produceert de grammatica.  ||  Elke modelvraag staat bewust in het indefinido, ook «¿de qué decisión se arrepintió?» — een vraag in het presente laat het personage meteen uit zijn tijd stappen.  ||  De beste vragen zijn die met «cuándo» en «qué hizo»: ze laten geen ontsnappingsroute naar het presente.  ||  Toets de vragen van de klas, niet het antwoord van het personage. Twee goede vragen per leerling is de opdracht.</a:t>
            </a:r>
          </a:p>
          <a:p>
            <a:r>
              <a:t>NOTA: Bereid één personage zelf voor als de klas vastloopt. Vijf minuten in de stoel is langer dan het lijkt, en een leerkracht die het voordoet, breekt het ijs.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7362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BUENOS AIRES 🇦🇷 · ÉRASE UNA VEZ 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Bricolage Grotesque"/>
              </a:rPr>
              <a:t>Érase una vez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Biografías y relatos: el pretérito indefinido (fue, hizo) · se lo/se 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¿A qué persona famosa admiras?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Welke beroemde persoon bewonder je?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5: Buenos Aires (Mateo · voseo)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n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7" name="Picture 16" descr="mat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«Una biografía»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Biografía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logros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Indefinido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Fuertes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fue · hizo · tuvo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 lo / se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OD + OI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historia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vida de película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figuras hispanas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Biografía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vida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Biografía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een leven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nacer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geboren worden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crecer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opgroeien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un pueblo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casarse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trouwen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joven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morir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sterven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1954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ganar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winnen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premio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escribir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schrijven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novelas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escritor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schrijver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pintor, el cantante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famoso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beroemd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icono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Woordfamilie: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escribir → el escritor · pintar → el pintor · cantar → el cantante. Het beroep zit in de actie.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Etapas: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nacer → crecer → estudiar → casarse → morir. Logros: ganar, escribir, pintar, componer, descubrir.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Personas: el escritor, la pintora, el cantante, el futbolista, el científico.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indefinido (regular)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é/aste/ó… · -er/-ir → í/iste/ió… voor afgeronde feiten.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Bricolage Grotesque"/>
              </a:rPr>
              <a:t>García Márquez </a:t>
            </a:r>
            <a:r>
              <a:rPr sz="2000" b="1" i="0">
                <a:solidFill>
                  <a:srgbClr val="EA7317"/>
                </a:solidFill>
                <a:latin typeface="Bricolage Grotesque"/>
              </a:rPr>
              <a:t>escribió </a:t>
            </a:r>
            <a:r>
              <a:rPr sz="2000" b="1" i="0">
                <a:solidFill>
                  <a:srgbClr val="B4309A"/>
                </a:solidFill>
                <a:latin typeface="Bricolage Grotesque"/>
              </a:rPr>
              <a:t>novelas 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en 1967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yo -é / -í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hablé / comí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tú -aste / -iste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 / comiste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él -ó / -ió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habló / comió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nos. -amos / -imos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hablamos / comimos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vos. -asteis / -isteis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ellos -aron / -ieron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hablaron / comieron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klemtoon staat op de uitgang: hablé, habló, comí, comió. -er en -ir zijn identiek. Marker: ayer, en 1967.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indefinido?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(Él) ___ (nacer) en 1927.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nació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(pintar).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pintó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Messi ___ (ganar).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ganó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estudié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comimos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(viajar)?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viajaste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é/ó · -er/-ir → í/ió. Klemtoon op de uitgang.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pretéritos fuertes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de él-vorm.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ser /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tener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tuvo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estuvo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dijo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Sin acento: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 · vio.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hizo (z) · fue = ser én ir (Fue médico / Fue a París).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juntos — se lo / se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le/les + lo/la → se lo/se la. Twee voornaamwoorden na elkaar.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Di el libro </a:t>
            </a:r>
            <a:r>
              <a:rPr sz="1600" b="1" i="0">
                <a:solidFill>
                  <a:srgbClr val="64748B"/>
                </a:solidFill>
                <a:latin typeface="Inter"/>
              </a:rPr>
              <a:t>a Mateo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→ </a:t>
            </a:r>
            <a:r>
              <a:rPr sz="1600" b="0" i="0">
                <a:solidFill>
                  <a:srgbClr val="64748B"/>
                </a:solidFill>
                <a:latin typeface="Inter"/>
              </a:rPr>
              <a:t>Le </a:t>
            </a:r>
            <a:r>
              <a:rPr sz="1600" b="0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di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Se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als le/les + lo/la samenkomen → le/les wordt se. Volgorde: se + lo/la +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infinitivo: dárselo = se lo voy a dar.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215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 lo, se la, se los o se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pregunta → de respuesta.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libro a Mateo?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carta a Nina?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mandé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¿Los discos a Diego?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los presté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¿Las fotos a Valen?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 enseñé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secreto a ella?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conté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noticia a él?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dije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 OD: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Altijd «se» als OI vooraan.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vidas — «Una vida de película»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«Frida Kahlo nació en México en 1907. Tuvo un accidente y empezó a pintar. Pintó autorretratos, se casó con Diego Rivera y fue una artista única. Murió en 1954.»</a:t>
            </a:r>
          </a:p>
        </p:txBody>
      </p:sp>
      <p:pic>
        <p:nvPicPr>
          <p:cNvPr id="12" name="Picture 11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«Lionel Messi nació en Rosario en 1987. Jugó en un equipo local, se mudó a Barcelona, ganó muchos títulos y en 2022 fue campeón del Mundo. Hizo historia.»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¿Cuándo nació Frida?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1907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¿Con quién se casó?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Diego Rivera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nació Messi?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Rosario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en 2022?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Mundial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indefinido (nació, ganó…) + datums.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fue…?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minibiografie.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nació?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Rosario,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hizo de joven?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Jugó al fútbol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logró?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Ganó el Mundial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¿Quién 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¡Messi!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«Nació en Rosario en 1987. De niño jugó al fútbol. Ganó muchos títulos y fue campeón del Mundo. ¿Quién es?»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beschrijft een figuur, B raadt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y conectores del relato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Ordena la historia.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gisteren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in 1919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 1919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vorig jaar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año pasado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 repente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er was eens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érase una 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eerst / daarna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primero / después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toen / dus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entonces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uiteindelijk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Estructura: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Érase una vez… Primero nació… Después estudió… Entonces triunfó… Al final murió famoso.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markers (ayer, en 1919, el año pasado) horen bij het indefinido.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Indefinido + fuertes + se 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 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 mandé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Fuertes: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dio. Se lo = le/les + lo.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¿Dónde/cuándo?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Nació en… en (año)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 joven…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Estudió / jugó…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logró?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Ganó / escribió…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¿Y después?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Después…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 final…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Murió en…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Creo que fue…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02859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una biografía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biografie.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biografía: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datos (nació en… en año)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hechos (estudió, escribió, ganó…)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formas fuertes (fue, hizo…)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después, al final)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fue…)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«García Márquez nació en Colombia en 1927. Primero estudió periodismo. Después escribió «Cien años de soledad» y ganó el Nobel. Al final murió en 2014. Creo que fue un genio porque creó el realismo mágico.»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Personas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escritor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schrijver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pintora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schilderes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cantante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zanger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futbolista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voetballer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científico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wetenschapper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líder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premio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prijs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éxito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succes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leyenda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legende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personaje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personage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famoso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beroemd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increíble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ongelooflijk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Woordfamilie: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escribir → escritor · pintar → pintor · cantar → cantante · la ciencia → científico.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Opinión: creo que fue… · lo más importante fue… · admiro a…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Ortografía (yo)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c→qu / g→gu / z→c (yo)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llegar → yo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llegué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empezar → yo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empecé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jugar → yo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er was eens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eerst /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entonces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toen / dus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eso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uiteindelijk / daarom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bij yo verandert de spelling: busqué, llegué, empecé, saqué, jugué, toqué.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érase una vez → primero → después → entonces → al final.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5: BUENOS 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Figuras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Gardel, Messi, Frida y García Márquez.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Carlos Gardel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legende van de tango. Hij groeide op in Buenos Aires en werd de stem van het genre. «Gardel cada día canta mejor».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Mateo's stad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⚽ Messi y Maradona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Twee argentijnse voetbalgoden. Maradona maakte in 1986 het «gol del siglo»; Messi werd in 2022 wereldkampioen. Hicieron historia.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orgullo argentino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🎨 Frida &amp; García Márquez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Frida Kahlo (México) schilderde autorretratos; García Márquez (Colombia) won de Nobelprijs met het «realismo mágico».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iconos hispanos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Voseo (Mateo):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«¿de dónde sos?» «vos tenés razón». Rasgo típico del Río de la Plata. Actividad: ¿a quién admiras?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📖 Tarea final · Una biografía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la vida de una persona con el indefinido, conectores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Empieza con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«Nació en… en (año). Creció en…»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hechos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«Estudió…, escribió…, ganó…, hizo…»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conectores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primero · después · entonces · al final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fue…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indefinido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fuertes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een leven delen · situatie een biografie · resultaat: biografía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«uiteindelijk»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indefinido regular · fuertes · se lo · conectores · ortografía yo.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Indefinido regular: -ar → é/aste/ó/amos/asteis/aron · -er/-ir → í/iste/ió/imos/isteis/ieron.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Fuertes: ser/ir → fue · hacer → hizo · tener → tuvo · estar → estuvo · decir → dijo · venir → vino · dar → dio.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 lo/se la: le/les + lo/la → se lo/se la. «¿El libro? Se lo di».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ayer · el año pasado · en 1919 · de repente. Conectoren: primero, después, al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hizo (z) · fue = ser én ir · le lo → se lo · yo: busqué/llegué/empecé.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biografieën praten (oficios/logros)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indefinido vormen (regelmatig)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sterke vormen gebruiken (fue, hizo…)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lo / se la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verhaal vertellen met conectoren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1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obituario del héroe anónimo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Nunca salió en los periódicos. Y sin embargo cambió algo.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Hij haalde nooit de krant. En tóch veranderde hij iets.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Geen beroemdheid, geen uitvinder, geen held. Iemand uit een gewoon leven — en toch moet je in één zin kunnen zeggen wat er zonder deze persoon níet zou bestaan.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mujer que abrió la primera biblioteca del barrio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hombre que arregló bicicletas gratis durante cuarenta años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maestra que enseñó a leer a tres generaciones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vecino que plantó todos los árboles de la calle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enfermera del turno de noche que nadie vio nunca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Nació en … en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Trabajó … años en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… , pero sí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Gracias a él/ella,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Murió en … , y … personas fueron a despedirlo/-la.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… sigue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Verbos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nació · creció · empezó · trabajó · abrió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Verbos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enseñó · plantó · arregló · cuidó · murió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5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leyenda mal contada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La leyenda está bien. El orden, no.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legende klopt. De volgorde niet.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Bij het navertellen mag je geen enkele zin letterlijk overnemen. Je gebruikt de conectoren van het verhaal — érase una vez, entonces, al final — en je eigen 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Érase una vez una princesa, Iztaccíhuatl, y un guerrero, Popocatépetl, que se querían.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B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padre de ella aceptó, pero con una condición: volver vencedor de la guerra.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Popocatépetl pidió permiso para casarse con ella.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Mientras él estaba lejos, alguien mintió y dijo que había muerto.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Iztaccíhuatl se murió de tristeza.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Popocatépetl volvió vencedor y la encontró muerta.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G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llevó a la montaña y se quedó a su lado con una antorcha.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H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Por eso hoy hay dos volcanes: uno dormido y otro que todavía echa humo.</a:t>
            </a:r>
          </a:p>
        </p:txBody>
      </p:sp>
      <p:sp>
        <p:nvSpPr>
          <p:cNvPr id="41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43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Conectores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Érase una vez · Un día · Entonces · Mientras tanto</a:t>
            </a:r>
          </a:p>
        </p:txBody>
      </p:sp>
      <p:sp>
        <p:nvSpPr>
          <p:cNvPr id="45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Conectores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volvió · Desde entonces · Al final · Por eso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6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Entrevista al pasado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Una silla, un personaje histórico y toda la clase con preguntas.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Eén stoel, één historisch personage en de hele klas met vragen.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Het personage antwoordt uitsluitend in het indefinido — hij vertelt afgeronde feiten, geen gewoontes en geen meningen. Wie «yo creo que» zegt, is uit zijn rol.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Frida Kahlo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México, 1907–1954 · pintora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Simón Bolívar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Venezuela, 1783–1830 · libertador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Rigoberta Menchú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Guatemala, 1959 · Nobel de la Paz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Violeta Parra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Chile, 1917–1967 · música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Bartolomé de las Casas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España, 1484–1566 · cronista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Mercedes Sosa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Argentina, 1935–2009 · cantante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¿Cuándo salió usted de su país por primera vez?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hizo el día más difícil de su vida?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¿Quién le ayudó cuando nadie más lo hizo?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¿De qué decisión se arrepintió después?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¿Cuándo supo que su trabajo importaba?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PROHIBIDO al personaje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creo que · normalmente · siempre hacía · hoy en día · en mi opinión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