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11.xml"/><Relationship Id="rId7" Type="http://schemas.openxmlformats.org/officeDocument/2006/relationships/slide" Target="slide9.xml"/><Relationship Id="rId8" Type="http://schemas.openxmlformats.org/officeDocument/2006/relationships/slide" Target="slide17.xml"/><Relationship Id="rId9" Type="http://schemas.openxmlformats.org/officeDocument/2006/relationships/slide" Target="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9374C2"/>
                </a:solidFill>
                <a:latin typeface="Bricolage Grotesque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73623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5B3E83"/>
                </a:solidFill>
                <a:latin typeface="Inter"/>
              </a:rPr>
              <a:t>LA RUTA · BUENOS AIRES 🇦🇷 · ÉRASE UNA VEZ 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FFFFFF"/>
                </a:solidFill>
                <a:latin typeface="Bricolage Grotesque"/>
              </a:rPr>
              <a:t>Érase una vez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EE8F5"/>
                </a:solidFill>
                <a:latin typeface="Inter"/>
              </a:rPr>
              <a:t>Biografías y relatos: el pretérito indefinido (fue, hizo) · se lo/se 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¿A qué persona famosa admiras?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Welke beroemde persoon bewonder je?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gente de la ruta — parada 5: Buenos Aires (Mateo · voseo)</a:t>
            </a:r>
          </a:p>
        </p:txBody>
      </p:sp>
      <p:pic>
        <p:nvPicPr>
          <p:cNvPr id="11" name="Picture 10" descr="di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3" name="Picture 12" descr="val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5" name="Picture 14" descr="ni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7" name="Picture 16" descr="mat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Mateo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BsAs 🇦🇷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Kies je route — klik een tegel. Alles oefent naar de Tarea «Una biografía»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Biografía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 logros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Indefinido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regular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4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Fuertes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fue · hizo · tuvo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6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Se lo / se 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OD + OI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7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Contar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una historia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11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una vida de película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9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figuras hispanas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17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Biografía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vida + opinión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Biografía y logros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woorden van een leven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nacer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geboren worden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en 1927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crecer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opgroeien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en un pueblo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casarse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trouwen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joven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morir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sterven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en 1954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ganar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winnen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un premio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escribir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schrijven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novelas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escritor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schrijver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pintor, el cantante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famoso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beroemd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un icono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Woordfamilie: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escribir → el escritor · pintar → el pintor · cantar → el cantante. Het beroep zit in de actie.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Etapas: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nacer → crecer → estudiar → casarse → morir. Logros: ganar, escribir, pintar, componer, descubrir.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Personas: el escritor, la pintora, el cantante, el futbolista, el científico.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pretérito indefinido (regular)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-ar → é/aste/ó… · -er/-ir → í/iste/ió… voor afgeronde feiten.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563EB"/>
                </a:solidFill>
                <a:latin typeface="Bricolage Grotesque"/>
              </a:rPr>
              <a:t>García Márquez </a:t>
            </a:r>
            <a:r>
              <a:rPr sz="2000" b="1" i="0">
                <a:solidFill>
                  <a:srgbClr val="EA7317"/>
                </a:solidFill>
                <a:latin typeface="Bricolage Grotesque"/>
              </a:rPr>
              <a:t>escribió </a:t>
            </a:r>
            <a:r>
              <a:rPr sz="2000" b="1" i="0">
                <a:solidFill>
                  <a:srgbClr val="B4309A"/>
                </a:solidFill>
                <a:latin typeface="Bricolage Grotesque"/>
              </a:rPr>
              <a:t>novelas </a:t>
            </a:r>
            <a:r>
              <a:rPr sz="2000" b="1" i="0">
                <a:solidFill>
                  <a:srgbClr val="7C3AED"/>
                </a:solidFill>
                <a:latin typeface="Bricolage Grotesque"/>
              </a:rPr>
              <a:t>en 1967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Las terminaciones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yo -é / -í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A7317"/>
                </a:solidFill>
                <a:latin typeface="Inter"/>
              </a:rPr>
              <a:t>hablé / comí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tú -aste / -iste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A7317"/>
                </a:solidFill>
                <a:latin typeface="Inter"/>
              </a:rPr>
              <a:t>hablaste / comiste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él -ó / -ió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A7317"/>
                </a:solidFill>
                <a:latin typeface="Inter"/>
              </a:rPr>
              <a:t>habló / comió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nos. -amos / -imos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A7317"/>
                </a:solidFill>
                <a:latin typeface="Inter"/>
              </a:rPr>
              <a:t>hablamos / comimos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vos. -asteis / -isteis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A7317"/>
                </a:solidFill>
                <a:latin typeface="Inter"/>
              </a:rPr>
              <a:t>hablasteis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ellos -aron / -ieron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A7317"/>
                </a:solidFill>
                <a:latin typeface="Inter"/>
              </a:rPr>
              <a:t>hablaron / comieron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5780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de klemtoon staat op de uitgang: hablé, habló, comí, comió. -er en -ir zijn identiek. Marker: ayer, en 1967.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1297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forma del indefinido?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(Él) ___ (nacer) en 1927.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nació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(Ella) ___ (pintar).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pintó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Messi ___ (ganar).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ganó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(Yo) ___ (estudiar).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estudié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Nosotros ___ (comer).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comimos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¿(Tú) ___ (viajar)?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viajaste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Truc: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-ar → é/ó · -er/-ir → í/ió. Klemtoon op de uitgang.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§2b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pretéritos fuertes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verbo → de él-vorm. Uit het hoofd leren.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ser / 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fue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hacer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hizo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tener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tuvo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estar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estuvo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decir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dijo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venir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vino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dar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dio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vio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Sin acento: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fue · hizo · tuvo · estuvo · dijo · vino · dio · vio.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hizo (z) · fue = ser én ir (Fue médico / Fue a París).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pronombres juntos — se lo / se 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le/les + lo/la → se lo/se la. Twee voornaamwoorden na elkaar.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Di el libro </a:t>
            </a:r>
            <a:r>
              <a:rPr sz="1600" b="1" i="0">
                <a:solidFill>
                  <a:srgbClr val="64748B"/>
                </a:solidFill>
                <a:latin typeface="Inter"/>
              </a:rPr>
              <a:t>a Mateo </a:t>
            </a:r>
            <a:r>
              <a:rPr sz="1600" b="0" i="0">
                <a:solidFill>
                  <a:srgbClr val="6A6E78"/>
                </a:solidFill>
                <a:latin typeface="Inter"/>
              </a:rPr>
              <a:t>→ </a:t>
            </a:r>
            <a:r>
              <a:rPr sz="1600" b="0" i="0">
                <a:solidFill>
                  <a:srgbClr val="64748B"/>
                </a:solidFill>
                <a:latin typeface="Inter"/>
              </a:rPr>
              <a:t>Le </a:t>
            </a:r>
            <a:r>
              <a:rPr sz="1600" b="0" i="0">
                <a:solidFill>
                  <a:srgbClr val="B4309A"/>
                </a:solidFill>
                <a:latin typeface="Inter"/>
              </a:rPr>
              <a:t>lo </a:t>
            </a:r>
            <a:r>
              <a:rPr sz="1600" b="0" i="0">
                <a:solidFill>
                  <a:srgbClr val="6A6E78"/>
                </a:solidFill>
                <a:latin typeface="Inter"/>
              </a:rPr>
              <a:t>di → </a:t>
            </a:r>
            <a:r>
              <a:rPr sz="1800" b="1" i="0">
                <a:solidFill>
                  <a:srgbClr val="64748B"/>
                </a:solidFill>
                <a:latin typeface="Inter"/>
              </a:rPr>
              <a:t>Se </a:t>
            </a:r>
            <a:r>
              <a:rPr sz="1800" b="1" i="0">
                <a:solidFill>
                  <a:srgbClr val="B4309A"/>
                </a:solidFill>
                <a:latin typeface="Inter"/>
              </a:rPr>
              <a:t>lo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880360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80360"/>
            <a:ext cx="21031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le/les + 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880360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4309A"/>
                </a:solidFill>
                <a:latin typeface="Inter"/>
              </a:rPr>
              <a:t>→ se lo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2880360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880360"/>
            <a:ext cx="21031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le/les + 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880360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4309A"/>
                </a:solidFill>
                <a:latin typeface="Inter"/>
              </a:rPr>
              <a:t>→ se 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75304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575304"/>
            <a:ext cx="21031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le/les + los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575304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4309A"/>
                </a:solidFill>
                <a:latin typeface="Inter"/>
              </a:rPr>
              <a:t>→ se los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575304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575304"/>
            <a:ext cx="21031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le/les + las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575304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B4309A"/>
                </a:solidFill>
                <a:latin typeface="Inter"/>
              </a:rPr>
              <a:t>→ se las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6" name="Rounded Rectangle 3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3434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als le/les + lo/la samenkomen → le/les wordt se. Volgorde: se + lo/la + werkwoord.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Bij infinitivo: dárselo = se lo voy a dar.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42153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¿se lo, se la, se los o se las?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pregunta → de respuesta.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¿El libro a Mateo?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00200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lo 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¿La carta a Nina?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78024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la mandé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¿Los discos a Diego?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355848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los presté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¿Las fotos a Valen?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600200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las enseñé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¿El secreto a ella?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478024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lo conté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¿La noticia a él?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355848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la dije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Concordancia OD: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el→lo · la→la · los→los · las→las. Altijd «se» als OI vooraan.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Dos vidas — «Una vida de película»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Lees.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81051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«Frida Kahlo nació en México en 1907. Tuvo un accidente y empezó a pintar. Pintó autorretratos, se casó con Diego Rivera y fue una artista única. Murió en 1954.»</a:t>
            </a:r>
          </a:p>
        </p:txBody>
      </p:sp>
      <p:pic>
        <p:nvPicPr>
          <p:cNvPr id="12" name="Picture 11" descr="mat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3756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6499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«Lionel Messi nació en Rosario en 1987. Jugó en un equipo local, se mudó a Barcelona, ganó muchos títulos y en 2022 fue campeón del Mundo. Hizo historia.»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¿Cuándo nació Frida?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En 1907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¿Con quién se casó?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Con Diego Rivera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¿Dónde nació Messi?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En Rosario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ganó en 2022?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El Mundial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scannen naar het indefinido (nació, ganó…) + datums.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038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ESCUCHAR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¿Quién fue…?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Volg de minibiografie. Klik un dato → de info. (audio + script op de web)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¿Dónde nació?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En Rosario, 1987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¿Qué hizo de joven?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Jugó al fútbol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¿Qué logró?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Ganó el Mundial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Bricolage Grotesque"/>
              </a:rPr>
              <a:t>🔊 ¿Quién es?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¡Messi!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Modelo-audio (docent/TTS):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«Nació en Rosario en 1987. De niño jugó al fútbol. Ganó muchos títulos y fue campeón del Mundo. ¿Quién es?»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Daarna: A beschrijft een figuur, B raadt (info-gap).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Marcadores y conectores del relato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cue → de betekenis. Ordena la historia.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gisteren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in 1919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en 1919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vorig jaar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el año pasado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plots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de repente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er was eens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érase una vez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eerst / daarna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primero / después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toen / dus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entonces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uiteindelijk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al final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Estructura: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Érase una vez… Primero nació… Después estudió… Entonces triunfó… Al final murió famoso.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De markers (ayer, en 1919, el año pasado) horen bij het indefinido.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§2–§3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Indefinido + fuertes + se 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de juiste vorm.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hacer → él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hizo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ser/ir → él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fue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tener → yo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tuve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escribir → él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escribió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¿El libro a él? ___ 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¿Las fotos a ella? ___ mandé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se las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Fuertes: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fue · hizo · tuvo · estuvo · dijo · vino · dio. Se lo = le/les + lo.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Cuenta una biografía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Speel de scène met de frames.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¿Dónde/cuándo?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Nació en… en (año)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De joven…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Estudió / jugó…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logró?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Ganó / escribió…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¿Y después?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Después…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Al final…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Murió en…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Tu opinión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Creo que fue…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5502859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5B3E83"/>
                </a:solidFill>
                <a:latin typeface="Inter"/>
              </a:rPr>
              <a:t>🎙️ Grábate online · «Mensaje de voz: una biografía / mi opinión»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beginwoorden.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«Frida Kahlo nació en México en 1907. Tuvo un accidente y empezó a pintar. Pintó autorretratos. Murió en 1954. Creo que fue una artista genial porque cambió el arte.»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Una biografía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Schrijf een biografie.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✍️ Escribe tu biografía: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datos (nació en… en año)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3–4 hechos (estudió, escribió, ganó…)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2 formas fuertes (fue, hizo…)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conectores (primero, después, al final)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opinión (creo que fue…)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6–8 frases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100" b="0" i="1">
                <a:solidFill>
                  <a:srgbClr val="20242E"/>
                </a:solidFill>
                <a:latin typeface="Inter"/>
              </a:rPr>
              <a:t>«García Márquez nació en Colombia en 1927. Primero estudió periodismo. Después escribió «Cien años de soledad» y ganó el Nobel. Al final murió en 2014. Creo que fue un genio porque creó el realismo mágico.»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Personas y logros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la respuesta.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escritor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schrijver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la pintora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schilderes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cantante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zanger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futbolista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voetballer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científico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wetenschapper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líder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leider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premio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prijs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éxito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het succes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la leyenda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legende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personaje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het personage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famoso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beroemd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increíble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ongelooflijk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Woordfamilie: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escribir → escritor · pintar → pintor · cantar → cantante · la ciencia → científico.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Opinión: creo que fue… · lo más importante fue… · admiro a…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Ortografía (yo)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item → correcte vorm. Gereedschap voor spelling en volgorde.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A · ortografía: c→qu / g→gu / z→c (yo)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buscar → yo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83080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busqué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llegar → yo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41448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llegué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empezar → yo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099816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empecé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jugar → yo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758184"/>
            <a:ext cx="24688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jugué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B · conectores del relato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érase una vez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er was eens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primero / después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eerst / daarna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entonces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toen / dus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al final / por eso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3E83"/>
                </a:solidFill>
                <a:latin typeface="Inter"/>
              </a:rPr>
              <a:t>→ uiteindelijk / daarom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enkel bij yo verandert de spelling: busqué, llegué, empecé, saqué, jugué, toqué.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B: érase una vez → primero → después → entonces → al final.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81086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CULTURA · PARADA 5: BUENOS 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Figuras del mundo hispano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het weetje. Gardel, Messi, Frida y García Márquez.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🎵 Carlos Gardel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De legende van de tango. Hij groeide op in Buenos Aires en werd de stem van het genre. «Gardel cada día canta mejor».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Mateo's stad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⚽ Messi y Maradona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Twee argentijnse voetbalgoden. Maradona maakte in 1986 het «gol del siglo»; Messi werd in 2022 wereldkampioen. Hicieron historia.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orgullo argentino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🎨 Frida &amp; García Márquez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Frida Kahlo (México) schilderde autorretratos; García Márquez (Colombia) won de Nobelprijs met het «realismo mágico».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iconos hispanos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Voseo (Mateo):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«¿de dónde sos?» «vos tenés razón». Rasgo típico del Río de la Plata. Actividad: ¿a quién admiras?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📖 Tarea final · Una biografía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Escribe la vida de una persona con el indefinido, conectores y una opinión.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Empieza con los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«Nació en… en (año). Creció en…»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Cuenta 3–4 hechos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121408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«Estudió…, escribió…, ganó…, hizo…»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Usa conectores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88336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primero · después · entonces · al final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Añade tu opinión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55264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«Creo que fue… porque…»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Preséntalo y graba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22192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la web (recorder) — escúchate y 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indefinido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2 fuertes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conectores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opinión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 · doel een leven delen · situatie een biografie · resultaat: biografía + presentación oral.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Gemengde ophaal van de hele unit. Klik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escribir → él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escribió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hacer → él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hizo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ser/ir → él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fue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tener → yo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tuve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¿El libro a él? ___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se 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¿Las fotos a ella? ___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se las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«uiteindelijk» 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al final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buscar → yo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busqué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indefinido regular · fuertes · se lo · conectores · ortografía yo.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volledige herhaling (12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Indefinido regular: -ar → é/aste/ó/amos/asteis/aron · -er/-ir → í/iste/ió/imos/isteis/ieron.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Fuertes: ser/ir → fue · hacer → hizo · tener → tuvo · estar → estuvo · decir → dijo · venir → vino · dar → dio.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Se lo/se la: le/les + lo/la → se lo/se la. «¿El libro? Se lo di».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Marcadores: ayer · el año pasado · en 1919 · de repente. Conectoren: primero, después, al final.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hizo (z) · fue = ser én ir · le lo → se lo · yo: busqué/llegué/empecé.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over biografieën praten (oficios/logros)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indefinido vormen (regelmatig)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sterke vormen gebruiken (fue, hizo…)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se lo / se la gebruiken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een verhaal vertellen met conectoren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ÉRASE UNA VEZ   ·   C6+ · érase una vez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