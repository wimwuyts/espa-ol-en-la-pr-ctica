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11.xml"/><Relationship Id="rId5" Type="http://schemas.openxmlformats.org/officeDocument/2006/relationships/slide" Target="slide9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Rosalía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música y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(24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