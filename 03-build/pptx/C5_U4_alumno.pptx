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7.xml"/><Relationship Id="rId4" Type="http://schemas.openxmlformats.org/officeDocument/2006/relationships/slide" Target="slide11.xml"/><Relationship Id="rId5" Type="http://schemas.openxmlformats.org/officeDocument/2006/relationships/slide" Target="slide9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4 · VALÈNCIA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Me gusta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Hablar de gustos: música, deportes, cine y planes — en València, con Lucía y Bea.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gusta hacer en tu tiempo libre?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doe je graag in je vrije tijd?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playlist»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Me gusta(n)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gustar/encantar · pronombres 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 acuerdo o 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también/tampoco · a mí sí/no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Proponer un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querer/poder + inf. · quedar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perfiles de gustos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Rosalía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música y ocio joven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playlist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playlist + presentarla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gustos y el ocio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je vrije tijd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gusta(n)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leuk vinden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fútbol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me encanta(n)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dol zijn 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bailar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deporte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nadar · jugar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música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muziek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escuchar · tocar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canción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liedje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el/la cantante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película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film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serie · el cine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playa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mar · la costa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videojuegos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videospellen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salir con amigos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Opinar: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(1/inf.)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gustan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(mv.)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encanta(n)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(sterker) ·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No me gusta(n)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(–)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Gustar al revés: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 la música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«de muziek bevalt mij».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Meervoud → gustaN: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me gustan los deportes.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Adverbios de frecuencia: siempre · a menudo · a veces · casi nunca · nunca · todos los días.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al revés («het bevalt mij»)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ding is het ONDERWERP; jij bent 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1E9E74"/>
                </a:solidFill>
                <a:latin typeface="Bricolage Grotesque"/>
              </a:rPr>
              <a:t>A mí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la música </a:t>
            </a:r>
            <a:r>
              <a:rPr sz="25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500" b="1" i="0">
                <a:solidFill>
                  <a:srgbClr val="2563EB"/>
                </a:solidFill>
                <a:latin typeface="Bricolage Grotesque"/>
              </a:rPr>
              <a:t>me </a:t>
            </a:r>
            <a:r>
              <a:rPr sz="2500" b="1" i="0">
                <a:solidFill>
                  <a:srgbClr val="EA7317"/>
                </a:solidFill>
                <a:latin typeface="Bricolage Grotesque"/>
              </a:rPr>
              <a:t>gustan </a:t>
            </a:r>
            <a:r>
              <a:rPr sz="2500" b="1" i="0">
                <a:solidFill>
                  <a:srgbClr val="14B8A6"/>
                </a:solidFill>
                <a:latin typeface="Bricolage Grotesque"/>
              </a:rPr>
              <a:t>los deportes.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Los pronombres OI — ¿a quién le gusta?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mí)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el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ti)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bailar?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él/ella) 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playa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nosotros)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gustan los conciertos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vosotros)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¿gusta el cine?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563EB"/>
                </a:solidFill>
                <a:latin typeface="Inter"/>
              </a:rPr>
              <a:t>(a ellos) 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gusta la música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 + 1 ding of infinitivo · gustan + meervoud. Idem encanta/encantan. Al revés: het ding is het onderwerp!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Eén ding/infinitivo = gusta · meerdere = gustan.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el fútbol.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infinitivo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las series.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la playa.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1 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___ los videojuegos.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gustan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één ding of een infinitivo (bailar, leer…).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gustan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meerdere dingen (los deportes, las series). Tel wat je leuk vindt!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OI (me/te/le…)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het woord, klik de kaart → het verschijnt. Voor élke persoon een ander OI-woord.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mí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nos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a 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Verduidelijk met «a + persoon»: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 Bea le gusta la playa.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A mis amigos les gustan los conciertos.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me · te · le · nos · os · les.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OI-woord verandert per persoon; gusta/gustan hangt af van het DING, niet van de persoon.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de acuerdo o 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korte reacties. Klik een situatie → de 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akkoord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830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+ oneens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«Me gusta.» → A mí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akkoord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tampoco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926080"/>
            <a:ext cx="5532120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306324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– oneens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1663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«No me gusta.» → A mí sí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tampoco = «ook niet»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(na een negatieve zin), niet «ook». Zeg altijd «a mí», niet «yo».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4" name="Rounded Rectangle 2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7548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+ akkoord → también · + oneens → a mí no · – akkoord → tampoco · – oneens → a mí sí.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Espejo: eerst kijken of de zin + of – is, dan of je akkoord bent.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Reacciona (akkoord)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uitspraak → de juiste akkoord-reactie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 el mar.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el frío.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encanta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gustan los lunes.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600200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gustan los videojuegos.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2478024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108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 me gusta madrugar.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355848"/>
            <a:ext cx="2148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Akkoord: + → también · – → tampoco.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Oneens zou zijn: + → a mí no · – → a mí sí.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perfil de Lucía (playlist)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«¡Hola! Me encanta la música. Mi artista favorita es Rosalía. También me gusta bailar flamenco. Los fines de semana voy a la playa. No me gustan los videojuegos, prefiero salir.»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encanta a Lucía?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música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¿Quién es su artista favorita?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Rosalía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le gusta hacer?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 / ir a la playa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no le gusta?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Los videojuegos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wat iemand (niet) leuk vindt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gusto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jongeren praten over hun smaak. Klik een naam → wat ze leuk vinden.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la música pop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deporte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los videojuegos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el fútbol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las series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Le gusta: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bailar y el cine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 le gusta: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el frío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«A mí me gusta la música pop, pero no me gusta el deporte.»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reageert (a mí también/tampoco/sí/no) op elk personage.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Querer / poder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 verschijnen. Let op: e→ie, o→ue (behalve nosotros/vosotros).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querer (e→ie)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544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15544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poder (o→ue)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31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1031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0604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60604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60604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10896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5176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10896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61188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queremos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1188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61188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podemos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11480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queréis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411480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411480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A6E78"/>
                </a:solidFill>
                <a:latin typeface="Inter"/>
              </a:rPr>
              <a:t>podéis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617720"/>
            <a:ext cx="14630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5176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quieren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4617720"/>
            <a:ext cx="4023360" cy="457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617720"/>
            <a:ext cx="40233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Inter"/>
              </a:rPr>
              <a:t>pueden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De klinker verandert NIET bij nosotros/vosotros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(queremos, podemos).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Quiero IR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«quiero voy»).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¡Quedamos!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Stel een plan voor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Proponer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¿Quieres ir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Aceptar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¡Vale! / De acuerdo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 la hora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¿A qué hora quedamos?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Confirmar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Quedamos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Alternativa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¿Por qué no…? / ¿Podemos…?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Cierre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¡Hasta el sábado!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 plan.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propón un plan»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«¿Quieres ir a la playa el sábado? —¡Vale! ¿A qué hora quedamos? —¿Podemos a las once? —De acuerdo.»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perfil de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jouw smaak.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gusta(n) 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me encanta(n)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 me gusta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porque … (una razón)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conector: y también / pero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plan: quiero / quedar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encanta la música, sobre todo el pop, y me gustan los deportes. No me gusta el fútbol porque es aburrido. El sábado quiero ir a la playa.»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Deportes, música y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zwemmen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bailar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dansen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jugar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spelen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canción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het liedje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película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film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serie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serie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el/la cantante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zanger(es)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divertido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leuk/grappig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saai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genial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geweldig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relajante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ontspannend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gustar: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 gusta nadar. · Me gustan las series. · Me encanta la canción porque es divertida.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Adjetivos concuerdan: divertidO / divertidA, aburridO / aburridA. genial e interesante = invariable.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qué? / porque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om je mening te geven.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¿por qué? o porque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gusta el mar?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83080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___ es relajante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41448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no quieres ir?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99816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2918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puedo ___ trabajo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758184"/>
            <a:ext cx="18288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 también · pero · además · sobre todo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el cine, ___ no las series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tegenstelling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nadar ___ bailar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toevoegen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divertido; ___, es barato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además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bovendien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la música, ___ el pop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sobre todo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vooral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¿por qué? = waarom (twee woorden + tilde) · porque = want/omdat (één woord).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también (+) · pero (tegenstelling) · además (bovendien) · sobre todo (vooral).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Rosalía y el ocio joven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música une al mundo hispano.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🎵 Rosalía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Cantante de Barcelona. Mezcla flamenco con pop y reguetón. Álbumes: El mal querer, Motomami. Canta en español.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puente entre tradición y las listas de hoy.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🏖️ El ocio joven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Salir con amigos, escuchar música, ver series, hacer deporte, ir a la playa. Muziek &amp; samen zijn staan centraal.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València: las Fallas, la paella y la horchata.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🌍 El español suena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Rosalía, Bad Bunny, Shakira, Karol G… en el top mundial. El español es de los idiomas más escuchados.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Muziek = de leukste manier om te oefenen.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jouw favoriete artiest met «me gusta/encanta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 nadar.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¿Qué te gusta hacer?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No, no me gusta.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¿Te gusta el fútbol?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Porque canta muy bien.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¿Por qué te gusta Rosalía?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¡Vale! ¿A 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¿Quieres ir a la playa?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las once.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¿A qué hora quedamos?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Sí, puedo por la tarde.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¿Puedes quedar el sábado?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Vragen over gustos &amp; planes: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te gusta…? · ¿Te gusta…? · ¿Por qué…? · ¿Quieres…? · ¿A qué hora…?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🎧 Tarea final · Mi playlist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persoonlijke playlist: canciones + por qué + qué sientes, en presenteer ze.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4 canciones/artistas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 te gustan o te encantan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la playlist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canción · por qué (porque…) · qué sientes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gustar/encantar + porque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Presenta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sus gustos y reacciona (también/tampoco/sí/no)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items + una razón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gusta/gustan + encanta(n)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porque +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presentar + reaccionar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 smaak delen &amp; motiveren · situatie muziekavond in València · resultaat: playlist + presentatie.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___ los deportes.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gustan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(persoon) → pronombre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querer,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quiero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poder, 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podemos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«Me gusta.» akkoord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también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«No me gusta.» akkoord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 mí tampoco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waarom (vraag)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¿por qué?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Quiero ___ a la playa.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ir (infinitivo)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gustar (concord) · pronombres OI · también/tampoco · querer/poder + inf. · porque.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(24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(al revés): me/te/le/nos/os/les + gusta (1/inf.) · gustan (mv.). Idem encanta(n).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Reacciones: + akkoord también · + oneens a mí no · – akkoord tampoco · – oneens a mí sí.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Proponer: querer (e→ie) / poder (o→ue) + infinitivo · quedar (afspreken).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Opinar: ¿por qué? → porque + conectoren (y también · pero · además · sobre todo).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gustar = «bevalt mij» · gustaN bij mv. · tampoco = ook niet · nosotros/vosotros zonder stamwissel.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zeggen wat ik leuk vind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OI-woorden (me/te/le…)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akkoord/oneens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plan voorstellen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mening motiveren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ME GUSTA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