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11.xml"/><Relationship Id="rId5" Type="http://schemas.openxmlformats.org/officeDocument/2006/relationships/slide" Target="slide9.xml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9.xml"/><Relationship Id="rId9" Type="http://schemas.openxmlformats.org/officeDocument/2006/relationships/slide" Target="slide20.xml"/><Relationship Id="rId10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4242816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4242816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2544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8028432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8028432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25603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457200" y="3090672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27939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242816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242816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52544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ocio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Rosalía y el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07408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8028432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8028432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8160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 artistas · la escala del gusto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17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457200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457200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4242816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4242816" y="4809744"/>
            <a:ext cx="36576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52544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07408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7408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>
            <a:hlinkClick action="ppaction://hlinksldjump" r:id="rId10"/>
          </p:cNvPr>
          <p:cNvSpPr/>
          <p:nvPr/>
        </p:nvSpPr>
        <p:spPr>
          <a:xfrm>
            <a:off x="8028432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action="ppaction://hlinksldjump" r:id="rId10"/>
          </p:cNvPr>
          <p:cNvSpPr/>
          <p:nvPr/>
        </p:nvSpPr>
        <p:spPr>
          <a:xfrm>
            <a:off x="8028432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60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3024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BANDA SONORA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Seis artistas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La playlist de la clase. Klik een kaart → een weetje. Casi todos cantan de lo que te gusta.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Rosalía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flamenco-pop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La Perla · Motomami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Barcelona. Mezcla flamenco con pop y reguetón. Canta en español.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Karol G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TQG · Provenza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reina del reguetón. Su pelo naranja es su marca.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Bad Bunny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🇵🇷 urbano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Tití me preguntó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Puerto Rico. El artista más escuchado del planeta.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Shakira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Waka Waka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Barranquilla. Leyenda mundial; canta en español e inglés.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Feid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Ferxxo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siempre de verde. Neo perreo. Colabora con Karol 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Quevedo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urbano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Bzrp #52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las Islas Canarias. Éxito mundial con Bizarrap.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🎚️ La escala del gusto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(de Rosalía «La Perla»): de «odio» a «me encanta».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DC262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odio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ik haat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B7860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no 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niet leuk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2FA8A0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leuk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15735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encanta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kies twee artiesten en zeg één zin met de escala + porque. Cross: HTML «Banda sonora» + LyricsTraining + recorder.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541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