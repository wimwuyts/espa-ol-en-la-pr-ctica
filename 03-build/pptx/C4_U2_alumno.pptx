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Bricolage Grotesque"/>
              </a:rPr>
              <a:t>Saludos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FFFFF"/>
                </a:solidFill>
                <a:latin typeface="Inter"/>
              </a:rPr>
              <a:t>¡Buenos días! Groeten volgens het moment van de dag en zeggen </a:t>
            </a:r>
            <a:r>
              <a:rPr sz="1700" b="1" i="0">
                <a:solidFill>
                  <a:srgbClr val="FFFFFF"/>
                </a:solidFill>
                <a:latin typeface="Inter"/>
              </a:rPr>
              <a:t>hoe je je voelt.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todo lo que oyes, lo puedes usar enseguida.</a:t>
            </a:r>
          </a:p>
        </p:txBody>
      </p:sp>
      <p:pic>
        <p:nvPicPr>
          <p:cNvPr id="8" name="Picture 7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Saludar según el momento del día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días · tardes · noches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cómo estás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estar + estado (bien, cansado…)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Despedirte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adiós · hasta luego · hasta mañana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scène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jota · h muda · acento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saludos por el día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estar · saludo por hora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día de saludos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banda sonora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día de saludos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Luister eerst, spreek na, en durf zelf te praten.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de scène speelt op 09.00 · 16.00 · 21.05 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Josefina… Buenos días.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579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¿Cómo estás?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8833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Bien, bien. Es María, la nueva profesora.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1868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Yo estoy ocupada. Muy ocupada.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49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Buenas tardes. ¿Cómo estás?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7939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Estoy enferma. Un poco enferma.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0974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 tú, ¿cómo estás?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Uf, cansada, muy cansada.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17320"/>
            <a:ext cx="42062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600200"/>
            <a:ext cx="3749039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Buenos días · Buenas tardes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Buenas noches · ¿Cómo estás?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Estoy bien / cansado-a / ocupado-a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enfermo-a · nervioso-a · regular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Hasta luego · Adiós · Hasta mañana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4663440"/>
            <a:ext cx="4206240" cy="1234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4800600"/>
            <a:ext cx="3749039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🎬 Vídeo online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Scan de QR op de cursus of open de digitale hub → tabblad Escucha.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jota /x/ · la h muda · el acento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jota, de stille h &amp; de klemtoon — luister en spreek 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jota /x/ · j en g+e,i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Josefina · jueves · gente · gimnasio · trabajo · mujer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Keelklank, zoals de NL «g» maar krachtiger.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h muda · de stille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hola · hasta · hija · ahora · hombre · hospital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Je schrijft de h wél, maar je hóórt ze niet: «hola» = «ola».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g + a/o/u = /g/ (gato, gusto)  ·  maar g + e/i = /x/ (gente, gimnasio) — net als de j.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El acento en los saludos · waar ligt de klemtoon?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0242E"/>
                </a:solidFill>
                <a:latin typeface="Bricolage Grotesque"/>
              </a:rPr>
              <a:t>bue·nos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DÍ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·as      bue·nas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TAR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·des      bue·nas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NO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Saludar por el día y despedirse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Groeten volgens het moment &amp; afscheid nemen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Saludar · begroeten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Buenos días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goedemorgen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Buenas tardes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goedemiddag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Buenas noches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goedenavond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¡Hola!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hallo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¡Buenas!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hoi (informeel)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Preguntar · vragen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¿Qué tal?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gaat het?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¿Cómo estás?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gaat het? (jij)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¿Cómo está usted?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… met u?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¿Y tú?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en jij?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Despedirse · afscheid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Adiós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Hasta luego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tot straks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Hasta mañana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tot morgen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¡Nos vemos!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we zien elkaar!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Chao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doei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Decir cómo estoy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hoe je je voelt · estar + estado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¿Cómo estás? → Estoy…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bien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voel me goed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Muy bien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heel goed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Regular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gaat wel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cansado / cansada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moe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ocupado / ocupada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heb het druk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Más estados · meer toestanden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nervioso / nerviosa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nerveus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enfermo / enferma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ziek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fatal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heel slecht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¿Y tú?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en jij?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Estoy bien (niet «Soy bien»). Man: -o · vrouw: -a.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estar · saludo por la hora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Hoe je je voelt &amp; groeten volgens de klok — functioneel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estar — hoe je je voelt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yo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estoy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/ voel 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tú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estás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jij bent / voelt 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él/ella/usted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está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hij/zij is · u bent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saludo según la hora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🌅 la mañana 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Buenos días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~6–12 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☀️ la tarde 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Buenas tardes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~12–20 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🌙 la noche 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Buenas noches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~20–6 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Yo ___ bien.  ¿Cómo ___ (tú)?  María ___ cansada.  08.30 → ___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estoy · estás · está · Buenos días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6" name="Rounded Rectangle 3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-o / -a · tú / usted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Man/vrouw (op de estados) &amp; informeel/beleefd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E8F0FE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Bricolage Grotesque"/>
              </a:rPr>
              <a:t>♂ Un chico dice…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40AF"/>
                </a:solidFill>
                <a:latin typeface="Inter"/>
              </a:rPr>
              <a:t>Estoy cansado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Inter"/>
              </a:rPr>
              <a:t>ocupado · nervioso · enfermo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CE7F0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Bricolage Grotesque"/>
              </a:rPr>
              <a:t>♀ Una chica dice…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D174D"/>
                </a:solidFill>
                <a:latin typeface="Inter"/>
              </a:rPr>
              <a:t>Estoy cansada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Inter"/>
              </a:rPr>
              <a:t>ocupada · nerviosa · enferma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1120140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tú  ↔  usted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Met vrienden en klasgenoten: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tú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 (¿Cómo estás? · ¿Qué tal?).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Formeel, met een onbekende volwassene / de directeur: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usted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 (¿Cómo está usted?).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Buenos ___, ¿cómo ___?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bien, gracias. ¿Y tú?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Regular… ___ un poco cansada.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Vaya. ¡Hasta ___!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días · estás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Estoy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estoy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luego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9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Un día de saludos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Groet volgens het uur en zeg hoe het gaat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 (por la mañana):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«¡Buenos días! ¿Qué tal?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Estoy bien, ¿y tú?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Regular, estoy un poco cansado.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Vaya. ¡Hasta luego!»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moment (🌅☀️🌙).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Groet gepast + vraag ¿cómo estás?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Antwoord met estar + estado.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Neem afscheid. Wissel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luisteren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Saludos &amp; banda sonora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Warme begroetingen (dos besos)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flamenco+pop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Luis Fonsi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Despacito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Manu Chao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Me gustas tú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🌎 clásico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Aitana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6 de febrero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pop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Karol 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TQG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reggaetón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Quevedo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Bzrp #52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urban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🎧 La playlist de la clase (Spotify)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+ LyricsTraining (vul de tekst aan terwijl je luistert). Alles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Un día de saludos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Speel 3 mini-gesprekjes, één per moment van de dag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DIARIO DE SALUDOS · noteer je gesprekjes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🌅 Saludo 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____________  Estoy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☀️ Saludo 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____________  Estoy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🌙 Saludo 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____________  Estoy 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moment: mañana / tarde / noche.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Groet gepast + «¿cómo estás?»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Antwoord met estar: «Estoy ___» (‑o/‑a).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Sluit af: «Hasta luego / mañana. Adiós.»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op elk moment de juiste groet kiest (días/tardes/noches), met estar zegt hoe je je voelt (juiste ‑o/‑a) en netjes afscheid neemt — zónder af te lezen.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groet je volgens het uur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🌅 Buenos días · ☀️ Buenas tardes · 🌙 Buenas noches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Afscheid: Adiós · Hasta luego · Hasta mañana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hoe het gaat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¿Cómo estás? → Estoy bien / cansad_ / ocupad_.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estar: estoy · estás · está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-o = ♂ · -a = ♀   |   tú = vriend · usted = beleefd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3172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groeten volgens het moment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898648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hoe het gaat zeggen (estar)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465576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afscheid nemen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032504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-o/-a &amp; tú/usted kiezen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8920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