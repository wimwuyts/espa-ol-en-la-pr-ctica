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U3 = media, redes y planes. Kerngrammatica: ir a + infinitivo (futuro próximo) + acabar de, OI-pronomina le/les, creo que + indicativo. Parada 3 = CDMX (Diego). Kernvalstrikken: voy A subir (vergeet de a niet) · creo que + INDICATIVO (nooit subjuntivo) · le (1 persoon) ≠ les (meer). Docentdeck = oplossing; leerlingdeck (.pptx, F5) = klik onthult.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hyperlink; ⌂ Menú terug op elke oefendia. Richttijd 50 min. Kern = §2 ir a + infinitivo + §3 le/les + §4 creo que. Kruisverwijzing: «oefen online — 13 juegos + 100+ oefeningen».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Laat de media-woorden raden zónder gloss. Koppel verbo → objeto (subir un vídeo). Online: memoria digital (memory) + verbo↔objeto (match).</a:t>
            </a:r>
          </a:p>
          <a:p/>
          <a:p>
            <a:r>
              <a:t>— SOLUCIÓN (docent · presenter view) —</a:t>
            </a:r>
          </a:p>
          <a:p>
            <a:r>
              <a:t>Las acciones: subir un vídeo · descargar una app · chatear con un amigo · seguir a un artista · compartir una foto.</a:t>
            </a:r>
          </a:p>
          <a:p>
            <a:r>
              <a:t>🔴 los auriculares = altijd meervoud (de oortjes).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ir a. Toon de bouw ir + a + infinitivo. Benadruk de a. Online: ir a + infinitivo (cloze) + ir a Tetris.</a:t>
            </a:r>
          </a:p>
          <a:p/>
          <a:p>
            <a:r>
              <a:t>— SOLUCIÓN (docent · presenter view) —</a:t>
            </a:r>
          </a:p>
          <a:p>
            <a:r>
              <a:t>Regla: enkel ir verandert (voy/vas/va…); daarna altijd a + infinitivo. 🔴 vergeet de a niet: «voy subir» → voy a subir.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ir a (retrieval). Klas roept de vorm vóór de klik. Online: ir a + infinitivo (cloze).</a:t>
            </a:r>
          </a:p>
          <a:p/>
          <a:p>
            <a:r>
              <a:t>— SOLUCIÓN (docent · presenter view) —</a:t>
            </a:r>
          </a:p>
          <a:p>
            <a:r>
              <a:t>Truc: ir vervoegd + a + infinitivo. voy/vas/va/vamos/vais/van a + hele werkwoord.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acabar de + tijd. Contrast ir a (straks) ↔ acabar de (net). Online: ¿ahora o después? (classify) + cloze.</a:t>
            </a:r>
          </a:p>
          <a:p/>
          <a:p>
            <a:r>
              <a:t>— SOLUCIÓN (docent · presenter view) —</a:t>
            </a:r>
          </a:p>
          <a:p>
            <a:r>
              <a:t>Acabar de: acabo/acabas/acaba… + de + infinitivo = «net … gedaan». Acabo de mandar un mensaje.</a:t>
            </a:r>
          </a:p>
          <a:p>
            <a:r>
              <a:t>🔴 futuro (ir a) vs recién (acabar de): «Mañana voy a…» tegenover «Acabo de…».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le/les. Koppel gustar (le gusta, U1) → le/les. Online: ¿le o les? (classify) + le/les (cloze).</a:t>
            </a:r>
          </a:p>
          <a:p/>
          <a:p>
            <a:r>
              <a:t>— SOLUCIÓN (docent · presenter view) —</a:t>
            </a:r>
          </a:p>
          <a:p>
            <a:r>
              <a:t>Regla: le = aan één persoon · les = aan meerdere. Staat vóór het vervoegde werkwoord. </a:t>
            </a:r>
          </a:p>
          <a:p>
            <a:r>
              <a:t>In het Spaans zeg je vaak le én a Diego samen: «Le escribo a Diego» — dat is normaal.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le/les (reveal). Coro vóór de klik. Online: le/les (cloze) + le/les (classify).</a:t>
            </a:r>
          </a:p>
          <a:p/>
          <a:p>
            <a:r>
              <a:t>— SOLUCIÓN (docent · presenter view) —</a:t>
            </a:r>
          </a:p>
          <a:p>
            <a:r>
              <a:t>Regla: a + één persoon → le · a + meer personen → les.</a:t>
            </a:r>
          </a:p>
          <a:p>
            <a:r>
              <a:t>Plaats: vóór het vervoegde werkwoord (of achter de infinitivo: voy a escribirle).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(lezen→schrijven). Eerst globaal, dan scannen. Daarna: leerlingen geven hun eigen mening (creo que + porque) + een plan (voy a).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de mening (creo que…) + het plan (voy a…).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(luisteren→spreken). Lees het gesprek voor (of TTS); klas noteert qué/cuándo/dónde. Daarna info-gap in parejas. Online: ¿qué vas a hacer el finde? (audio + script).</a:t>
            </a:r>
          </a:p>
          <a:p/>
          <a:p>
            <a:r>
              <a:t>— SOLUCIÓN (docent · presenter view) —</a:t>
            </a:r>
          </a:p>
          <a:p>
            <a:r>
              <a:t>Modelo-audio (docent/TTS): «— ¿Qué vas a hacer el finde? — El sábado voy a quedar con Diego. Vamos a ver una peli.» </a:t>
            </a:r>
          </a:p>
          <a:p>
            <a:r>
              <a:t>Daarna: A vraagt B naar zijn plannen (info-gap).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creo que. Benadruk: creo que + INDICATIVO (buiten scope: subjuntivo). Online: creo que + indicativo (cloze).</a:t>
            </a:r>
          </a:p>
          <a:p/>
          <a:p>
            <a:r>
              <a:t>— SOLUCIÓN (docent · presenter view) —</a:t>
            </a:r>
          </a:p>
          <a:p>
            <a:r>
              <a:t>Regla: creo que + indicativo (de gewone tijd): «creo que es útil». 🔴 nooit subjuntivo. Bouw af met porque.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creo que (retrieval). Klas roept de indicativo vóór de klik. Online: creo que + indicativo (cloze).</a:t>
            </a:r>
          </a:p>
          <a:p/>
          <a:p>
            <a:r>
              <a:t>— SOLUCIÓN (docent · presenter view) —</a:t>
            </a:r>
          </a:p>
          <a:p>
            <a:r>
              <a:t>Indicativo: son · tiene · pasamos · ayuda · pueden · es. Dezelfde gewone tijd die je al kent.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Rondes met afbouwende steun. Online: recorder (mi finde + mi opinión).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«Este finde voy a quedar con Diego. Le escribo para invitarlo. Acabo de crear el grupo. Creo que va a ser genial porque hace tiempo que no nos vemos.»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schrijven. Nakijkfocus: ir a + a, le/les, acabar de, creo que + indicativo. Voedt de Tarea «Mi plan de fin de semana».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comunicar/planes. Klik onthult; koppel verbo → le/les. Online: verbo↔objeto (match) + memoria de acciones.</a:t>
            </a:r>
          </a:p>
          <a:p/>
          <a:p>
            <a:r>
              <a:t>— SOLUCIÓN (docent · presenter view) —</a:t>
            </a:r>
          </a:p>
          <a:p>
            <a:r>
              <a:t>Chunks para quedar: ¿Quedamos el sábado? · ¿A qué hora? · ¿Dónde? · Vale, nos vemos.</a:t>
            </a:r>
          </a:p>
          <a:p>
            <a:r>
              <a:t>Verbos + le/les: escribir/mandar/decir/contar/preguntar/regalar a alguien.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c/z/qu-spelling + tijdsconnectoren. Online: drills in de hub.</a:t>
            </a:r>
          </a:p>
          <a:p/>
          <a:p>
            <a:r>
              <a:t>— SOLUCIÓN (docent · presenter view) —</a:t>
            </a:r>
          </a:p>
          <a:p>
            <a:r>
              <a:t>A: /k/ = c (a/o/u) of qu (e/i): contraseña, quedar · /θ/ = z (a/o/u) of c (e/i): zumo, música.</a:t>
            </a:r>
          </a:p>
          <a:p>
            <a:r>
              <a:t>B: primero → después/luego → más tarde → al final. Zo orden je je weekendplan.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Bruggetje: La Ruta parada 3 = CDMX (★, música). Online: klik op México op de kaart.</a:t>
            </a:r>
          </a:p>
          <a:p/>
          <a:p>
            <a:r>
              <a:t>— SOLUCIÓN (docent · presenter view) —</a:t>
            </a:r>
          </a:p>
          <a:p>
            <a:r>
              <a:t>Actividad: ¿qué redes/música hispana conoces? Da tu opinión: «Creo que… porque…».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op de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ir a + infinitivo · acabar de · le/les · creo que + indicativo · expresiones de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(13 spellen). Bruggetje: U4 «De viaje» — reizen, transport, alojamiento.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(cocktail + outline).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7.xml"/><Relationship Id="rId6" Type="http://schemas.openxmlformats.org/officeDocument/2006/relationships/slide" Target="slide11.xml"/><Relationship Id="rId7" Type="http://schemas.openxmlformats.org/officeDocument/2006/relationships/slide" Target="slide15.xml"/><Relationship Id="rId8" Type="http://schemas.openxmlformats.org/officeDocument/2006/relationships/slide" Target="slide9.xml"/><Relationship Id="rId9" Type="http://schemas.openxmlformats.org/officeDocument/2006/relationships/slide" Target="slide17.xml"/><Relationship Id="rId10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9.xml"/><Relationship Id="rId5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Relationship Id="rId4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1086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CDMX 🇲🇽 · CONECTADOS 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200" b="1" i="0">
                <a:solidFill>
                  <a:srgbClr val="FFFFFF"/>
                </a:solidFill>
                <a:latin typeface="Bricolage Grotesque"/>
              </a:rPr>
              <a:t>Conectados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Media y planes: ir a + infinitivo · le/les · creo que + indicativo.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vas a hacer este finde?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Wat ga je dit weekend doen?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3: CDMX (Diego)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«Mi plan de fin de semana»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móvil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medios · redes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Ir a + inf.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futuro próximo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 / 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¿a quién? (OI)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Creo que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+ indicativo · acabar de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Comunicar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 hacer planes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15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¿adicto al móvil?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mundo digital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📱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finde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chat + opinión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móvil y las redes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de digitale wereld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móvil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gsm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cargar, apagar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ordenador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computer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encender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pantalla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scherm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mirar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los auriculares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oortjes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escuchar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perfil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profiel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las redes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mensaje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bericht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mandar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contraseña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wachtwoord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usuario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vídeo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video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subir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¡Ojo! el/la: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el móvil, el mensaje, el perfil, el vídeo (m) · la tableta, la pantalla, la app, la contraseña (v)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Las acciones: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subir un vídeo · descargar una app · chatear con un amigo · seguir a un artista · compartir una foto.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los auriculares = altijd meervoud (de oortjes).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Ir a + infinitivo — el futuro próximo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ir (voy/vas/va…) + a + infinitivo. Kleur = de functie.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7C3AED"/>
                </a:solidFill>
                <a:latin typeface="Bricolage Grotesque"/>
              </a:rPr>
              <a:t>Este finde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voy a </a:t>
            </a:r>
            <a:r>
              <a:rPr sz="2200" b="1" i="0">
                <a:solidFill>
                  <a:srgbClr val="B4309A"/>
                </a:solidFill>
                <a:latin typeface="Bricolage Grotesque"/>
              </a:rPr>
              <a:t>subir </a:t>
            </a:r>
            <a:r>
              <a:rPr sz="2200" b="1" i="0">
                <a:solidFill>
                  <a:srgbClr val="64748B"/>
                </a:solidFill>
                <a:latin typeface="Bricolage Grotesque"/>
              </a:rPr>
              <a:t>un vídeo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conjugación de 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yo voy 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voy a subir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tú vas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vas a salir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él/ella va 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va a chatear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nosotros vamos 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vamos a quedar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vosotros vais 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vais a estudiar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ellos van 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van a ver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enkel ir verandert (voy/vas/va…); daarna altijd a + infinitivo. 🔴 vergeet de a niet: «voy subir» → voy a subir.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12978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forma de 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Yo ___ subir un vídeo.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voy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¿Tú ___ salir el sábado?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vas 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Diego ___ chatear.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 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Nosotros ___ quedar.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vamos 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Mis amigos ___ ver una peli.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van 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¿Vosotros ___ estudiar?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vais 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ir vervoegd + a + infinitivo. voy/vas/va/vamos/vais/van a + hele werkwoord.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Acabar de + tijd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cue → de vorm. acabar de = «net gedaan». + expresiones de tiempo.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net gedaan (yo)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acabo de comer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net gedaan (él)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acaba de subir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straks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luego / más tarde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morgen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mañana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dit weekend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este fin de semana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binnenkort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pronto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later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más tarde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volgend jaar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el próximo año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Acabar de: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acabo/acabas/acaba… + de + infinitivo = «net … gedaan». Acabo de mandar un mensaje.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futuro (ir a) vs recién (acabar de): «Mañana voy a…» tegenover «Acabo de…».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pronombres le/les — ¿a quién?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Het meewerkend voorwerp: aan/voor wie? Kleur = de functie.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Escribo </a:t>
            </a:r>
            <a:r>
              <a:rPr sz="1500" b="1" i="0">
                <a:solidFill>
                  <a:srgbClr val="64748B"/>
                </a:solidFill>
                <a:latin typeface="Inter"/>
              </a:rPr>
              <a:t>a Diego</a:t>
            </a:r>
            <a:r>
              <a:rPr sz="1500" b="0" i="0">
                <a:solidFill>
                  <a:srgbClr val="6A6E78"/>
                </a:solidFill>
                <a:latin typeface="Inter"/>
              </a:rPr>
              <a:t> → </a:t>
            </a:r>
            <a:r>
              <a:rPr sz="1800" b="1" i="0">
                <a:solidFill>
                  <a:srgbClr val="64748B"/>
                </a:solidFill>
                <a:latin typeface="Inter"/>
              </a:rPr>
              <a:t>Le</a:t>
            </a:r>
            <a:r>
              <a:rPr sz="1500" b="0" i="0">
                <a:solidFill>
                  <a:srgbClr val="20242E"/>
                </a:solidFill>
                <a:latin typeface="Inter"/>
              </a:rPr>
              <a:t> escribo.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Mando fotos </a:t>
            </a:r>
            <a:r>
              <a:rPr sz="1500" b="1" i="0">
                <a:solidFill>
                  <a:srgbClr val="64748B"/>
                </a:solidFill>
                <a:latin typeface="Inter"/>
              </a:rPr>
              <a:t>a mis amigos</a:t>
            </a:r>
            <a:r>
              <a:rPr sz="1500" b="0" i="0">
                <a:solidFill>
                  <a:srgbClr val="6A6E78"/>
                </a:solidFill>
                <a:latin typeface="Inter"/>
              </a:rPr>
              <a:t> → </a:t>
            </a:r>
            <a:r>
              <a:rPr sz="1800" b="1" i="0">
                <a:solidFill>
                  <a:srgbClr val="64748B"/>
                </a:solidFill>
                <a:latin typeface="Inter"/>
              </a:rPr>
              <a:t>Les</a:t>
            </a:r>
            <a:r>
              <a:rPr sz="1500" b="0" i="0">
                <a:solidFill>
                  <a:srgbClr val="20242E"/>
                </a:solidFill>
                <a:latin typeface="Inter"/>
              </a:rPr>
              <a:t> mando.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005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Bricolage Grotesque"/>
              </a:rPr>
              <a:t>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2880360"/>
            <a:ext cx="23774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mí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005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Bricolage Grotesque"/>
              </a:rPr>
              <a:t>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3557016"/>
            <a:ext cx="23774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ti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005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Bricolage Grotesque"/>
              </a:rPr>
              <a:t>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4233672"/>
            <a:ext cx="23774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él/ella/usted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005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Bricolage Grotesque"/>
              </a:rPr>
              <a:t>nos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2880360"/>
            <a:ext cx="23774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nosotros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005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Bricolage Grotesque"/>
              </a:rPr>
              <a:t>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557016"/>
            <a:ext cx="23774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vosotros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005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Bricolage Grotesque"/>
              </a:rPr>
              <a:t>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0" y="4233672"/>
            <a:ext cx="23774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ellos/ellas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7091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le = aan één persoon · les = aan meerdere. Staat vóór het vervoegde werkwoord.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In het Spaans zeg je vaak le én a Diego samen: «Le escribo a Diego» — dat is normaal.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58114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¿le o les?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het juiste pronomen. ¿Una persona o varias?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escribo a mi amiga.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554480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5B3E83"/>
                </a:solidFill>
                <a:latin typeface="Inter"/>
              </a:rPr>
              <a:t>→ 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mando fotos a mis padres.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59152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5B3E83"/>
                </a:solidFill>
                <a:latin typeface="Inter"/>
              </a:rPr>
              <a:t>→ 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cuento un secreto a Diego.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163824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5B3E83"/>
                </a:solidFill>
                <a:latin typeface="Inter"/>
              </a:rPr>
              <a:t>→ 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regalo algo a mis hermanos.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554480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5B3E83"/>
                </a:solidFill>
                <a:latin typeface="Inter"/>
              </a:rPr>
              <a:t>→ 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pregunto la hora a Valen.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359152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5B3E83"/>
                </a:solidFill>
                <a:latin typeface="Inter"/>
              </a:rPr>
              <a:t>→ 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enseño el perfil a mis amigos.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163824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5B3E83"/>
                </a:solidFill>
                <a:latin typeface="Inter"/>
              </a:rPr>
              <a:t>→ 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a + één persoon → le · a + meer personen → les.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Plaats: vóór het vervoegde werkwoord (of achter de infinitivo: voy a escribirle).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§6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opiniones — «¿Adicto al móvil?»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«Paso muchas horas con el móvil: subo vídeos y chateo. Creo que es útil para estudiar, pero también es adictivo. Este finde voy a apagar el móvil dos horas al día.»</a:t>
            </a:r>
          </a:p>
        </p:txBody>
      </p:sp>
      <p:pic>
        <p:nvPicPr>
          <p:cNvPr id="12" name="Picture 11" descr="lu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«Me gustan las redes, pero no paso tanto tiempo. Creo que conectan a la gente, pero pueden ser peligrosas. Lo importante es el equilibrio.»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cree Diego del móvil?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Es útil pero adictivo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va a hacer Diego el finde?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Apagar el móvil 2 h/día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piensa Lucía de las redes?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Conectan, pero peligrosas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Para Lucía, lo importante es…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El equilibrio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5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de mening (creo que…) + het plan (voy a…).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vas a hacer el finde?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Volg het gesprek. Klik un dato → de info. (audio + script op de web)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¿Qué?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Van a quedar y ver una peli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¿Cuándo?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El sábado por la tarde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¿Dónde?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En la plaza, luego en casa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¿Y antes?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Diego va a subir un vídeo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(docent/TTS):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«— ¿Qué vas a hacer el finde? — El sábado voy a quedar con Diego. Vamos a ver una peli.»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Daarna: A vraagt B naar zijn plannen (info-gap).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Creo que + indicativo — tu opinión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creo que / pienso que / me parece que + de gewone tijd. Nooit subjuntivo.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EAB308"/>
                </a:solidFill>
                <a:latin typeface="Bricolage Grotesque"/>
              </a:rPr>
              <a:t>Creo que </a:t>
            </a:r>
            <a:r>
              <a:rPr sz="2200" b="1" i="0">
                <a:solidFill>
                  <a:srgbClr val="2563EB"/>
                </a:solidFill>
                <a:latin typeface="Bricolage Grotesque"/>
              </a:rPr>
              <a:t>las redes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son </a:t>
            </a:r>
            <a:r>
              <a:rPr sz="2200" b="1" i="0">
                <a:solidFill>
                  <a:srgbClr val="B4309A"/>
                </a:solidFill>
                <a:latin typeface="Bricolage Grotesque"/>
              </a:rPr>
              <a:t>útiles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Para opinar y reaccionar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creo que…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ik vind/denk dat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pienso que…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ik denk dat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me parece que…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het lijkt me dat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(no) estoy de acuerdo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ik ben het (niet) eens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tienes razón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je hebt gelijk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por un lado… por otro…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enerzijds… anderzijds…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creo que + indicativo (de gewone tijd): «creo que es útil». 🔴 nooit subjuntivo. Bouw af met porque.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12978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Creo que + indicativo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de gewone vorm. (nooit subjuntivo!)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4206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las redes ___ (ser) útiles.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600200"/>
            <a:ext cx="1051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4206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Pienso que Diego ___ (tener) razón.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478024"/>
            <a:ext cx="1051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tiene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4206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parece que (nosotros) ___ (pasar) mucho tiempo.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355848"/>
            <a:ext cx="1051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pasamos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4206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el móvil ___ (ayudar).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320" y="1600200"/>
            <a:ext cx="1051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ayuda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4206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Pienso que los juegos ___ (poder) ser adictivos.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61320" y="2478024"/>
            <a:ext cx="1051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pueden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4206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la wifi ___ (ser) rápida.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3355848"/>
            <a:ext cx="1051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Indicativo: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son · tiene · pasamos · ayuda · pueden · es. Dezelfde gewone tijd die je al kent.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Habla de tus planes y tu opinión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Un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Voy a…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¿Cuándo?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Este finde / mañana…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¿Con quién?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Le escribo a…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Acabas de…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Acabo de…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Tu opinión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Creo que…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Argumento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…porque…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508223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mi finde / mi opinión»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«Este finde voy a quedar con Diego. Le escribo para invitarlo. Acabo de crear el grupo. Creo que va a ser genial porque hace tiempo que no nos vemos.»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plan de fin de semana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weekendplan-chat.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tu chat de planes: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3–4 planes (ir a + infinitivo + 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expresión de tiempo (este finde…)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a quién escribes (le/les)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algo que acabas de hacer (acabar 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opinión (creo que… porque)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6–8 mensajes de chat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«¡Hola! Este finde voy a quedar con Diego. Le escribo para invitarlo y les mando la hora a los demás. Acabo de crear el grupo. Creo que va a ser un finde genial porque vamos a ver la final.»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Comunicar y hacer planes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escribir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schrijven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mandar / enviar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sturen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llamar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bellen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contestar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6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antwoorden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contar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vertellen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preguntar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vragen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quedar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afspreken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salir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5276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uitgaan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hacer planes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plannen maken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¿quedamos?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spreken we af?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¿a qué hora?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hoe laat?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nos vemos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5276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tot dan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Chunks para quedar: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¿Quedamos el sábado? · ¿A qué hora? · ¿Dónde? · Vale, nos vemos.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Verbos + le/les: escribir/mandar/decir/contar/preguntar/regalar a alguien.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c/z/qu + conectores de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spelling en volgorde.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ortografía: c / z / qu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_ontraseña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contraseña (c)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_edar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441448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quedar (qu)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_umo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099816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zumo (z)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músi_a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758184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música (c)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conectores: ordena tu plan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primero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eerst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después / luego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daarna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más tarde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later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al final / por último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ten slotte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/k/ = c (a/o/u) of qu (e/i): contraseña, quedar · /θ/ = z (a/o/u) of c (e/i): zumo, música.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B: primero → después/luego → más tarde → al final. Zo orden je je weekendplan.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3: CDMX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mundo digital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weetje. Música, WhatsApp y el español online.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🎵 El reguetón manda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Artiesten als Bad Bunny (Puerto Rico) en Karol G (Colombia) breken streamingrecords op Spotify en YouTube. Het Spaans klinkt wereldwijd.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Diego lo escucha cada día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💬 WhatsApp, la red nº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veel Latijns-Amerikaanse landen is WhatsApp dé manier om te communiceren — met familie, vrienden én winkels.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«Te mando un audio»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🌐 El español en internet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Het Spaans is de tweede taal op sociale media na het Engels. Meer dan 500 miljoen sprekers.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tu feed habla español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¿qué redes/música hispana conoces? Da tu opinión: «Creo que… porque…».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📱 Tarea final · Mi plan de fin de semana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Escribe un chat/post con tus planes, a quién escribes y tu opinión.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3–4 planes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ir a + infinitivo + una expresión de tiempo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Di a quién escribes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21408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«le escribo a Diego» · «les mando la hora»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algo reciente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88336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«acabo de crear el grupo»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Da tu opinión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55264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«creo que va a ser genial porque…»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y graba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822192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ir a + inf. (+ a)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le én 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acabar 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creo que + indicativo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klasgroep · doel je plan delen · situatie een chat · resultaat: chat/post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___ subir un vídeo (ir 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voy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«ik heb net gegeten» =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acabo de comer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escribo a Diego (le/les)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mando fotos a mis amigos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las redes ___ (ser) útiles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¿Tú ___ salir el sábado?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vas 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«dit weekend» =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este finde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Nosotros ___ quedar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vamos 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ir a + infinitivo · acabar de · le/les · creo que + indicativo · expresiones de tiempo.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(13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Ir a + infinitivo: voy/vas/va/vamos/vais/van + a + infinitivo. Vergeet de a niet!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Acabar de + infinitivo: acabo/acabas/acaba… + de + infinitivo = «net gedaan».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Le/les (OI): le = één persoon · les = meerdere. Vóór het ww. of achter de infinitivo.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Creo que + indicativo: mening met de gewone tijd (nooit subjuntivo). Creo que es útil.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voy A subir · le/les vóór het ww. · creo que + indicativo · los auriculares = mv.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over media en redes praten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plannen maken (ir a + infinitivo)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le/les gebruiken (¿a quién?)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zeggen wat ik net deed (acabar de)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mijn mening geven (creo que + porque)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U3 «Conectados»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Menu 2' · el móvil 6' · ir a + infinitivo 12' · le/les 10' · creo que 8' · comunicar/escucha 8' · Tarea-briefing 4'.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ir a + infinitivo: vergeet de a niet (voy A subir) · le (1 persoon) ≠ les (meer) · le/les vóór het vervoegde werkwoord (of achter de infinitivo: voy a escribirle) · creo que + INDICATIVO (nooit subjuntivo — buiten scope).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Sterker: volledig weekendplan + le/les + acabar de + una opinión con porque. Zwakker: ir a-kaart + le/les-frame langer open, frames houden; creo que met vaste modelzinnen.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13 spellen + flip cards + gramática interactiva (ir a · le/les · creo que) + recorder (mi finde · mi opinión) + Lectura (dos opiniones) + klikbare kaart (México ★, música) op de página digital. QR's → juiste anker.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 &amp; LPD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Tarea «Mi plan de fin de semana» met rúbrica (4 criteria). LPD (III-Spa-d): media/redes 7 · ir a + infinitivo 8·3 · le/les 8·4 · acabar de/creo que 8·3 · interactie 4 · lezen 1·2·5 · cultuur 5. Bron: EELP (comunicación/cognición) + reservoir.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