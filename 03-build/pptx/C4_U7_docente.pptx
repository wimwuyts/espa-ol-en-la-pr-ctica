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Functioneel: je beroep zeggen met ser + profesión ZONDER un/una (soy profesora, nooit «soy una profesora»). ♂/♀-vormen: profesor/profesora · escritor/escritora · dependiente/dependienta · actor/actriz; el/la estudiante blijft gelijk. trabajo/trabajas/trabaja zijn CHUNKS uit de scène («yo trabajo aquí, tú trabajas aquí…») — géén vervoegingsparadigma aanleren; het volledige werkwoordsysteem komt in het 5de jaar (C5). Werkplek altijd met en (trabajo en una tienda — plaats = turquoise). Doelcodes: C4-SP-1 · C4-WS-1.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Functioneel: ser = wie/wat je bent (es profesora · soy belga · es María) ↔ estar = toestand/hoe je je voelt (estoy bien · está tranquila · estamos todos bien · ¿estáis bien?). Nieuw uit de scène: estamos/estáis — als chunks, geen paradigma (het volledige werkwoordsysteem is C5). estar kennen ze al van U2 (estoy cansado) en U6 (¿dónde está?). Oplossing: es · está · estamos.</a:t>
            </a:r>
          </a:p>
          <a:p/>
          <a:p>
            <a:r>
              <a:t>— SOLUCIÓN (docent · presenter view) —</a:t>
            </a:r>
          </a:p>
          <a:p>
            <a:r>
              <a:t>es · está · estamos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leerlingen eerst zelf proberen (in duo). Klik daarna de oplossing open. Let op: ¿a qué te dedicas? = de vaste kennismakingsvraag; Soy profesora (zonder un/una); trabajas/trabajo als chunks + en (trabajo en una academia); ¿estás contenta? = toestand → estar. Oplossing: dedicas · Soy · trabajas · Trabajo · estás.</a:t>
            </a:r>
          </a:p>
          <a:p/>
          <a:p>
            <a:r>
              <a:t>— SOLUCIÓN (docent · presenter view) —</a:t>
            </a:r>
          </a:p>
          <a:p>
            <a:r>
              <a:t>1. dedicas</a:t>
            </a:r>
          </a:p>
          <a:p>
            <a:r>
              <a:t>2. Soy</a:t>
            </a:r>
          </a:p>
          <a:p>
            <a:r>
              <a:t>3. trabajas</a:t>
            </a:r>
          </a:p>
          <a:p>
            <a:r>
              <a:t>4. Trabajo</a:t>
            </a:r>
          </a:p>
          <a:p>
            <a:r>
              <a:t>5. estás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video" Target="https://www.youtube.com/embed/_636fQfHIa4" TargetMode="External"/><Relationship Id="rId4" Type="http://schemas.microsoft.com/office/2007/relationships/media" Target="https://www.youtube.com/embed/_636fQfHIa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Las profesiones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¿A qué te dedicas?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Soy profesora.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Naar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werk vragen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en 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beroep zeggen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(ser + profesión · trabajo en… · ser ↔ estar).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hablar del trabajo y adivinar como Josefina.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Preguntar por el trabajo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¿a qué te dedicas? · ¿en qué trabajas? · ¿dónde trabajas?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tu profesión + trabajo-chunks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soy profesor/a (zonder un/una) · trabajo en una tienda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Usar ser ↔ estar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es profesora (wie/wat) · está tranquila (toestand)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c/qu = /k/ · esdrújula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profesiones · lugares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ser + profesión · ser/estar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¿quién soy? · adivina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trabajo en el mundo hispano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¿Quién soy? · adivina la profesión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Gis zoals waarzegster Josefina: «¿puede ser…?». Durf raden —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Josefina «leest» de kaarten en gist María's beroep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trabajo aquí, tú trabajas aquí y él trabaja aquí.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1226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09397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Está todo bien. Yo estoy bien. Él está bien. Estamos todos bien.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7860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56032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os veo… No estáis bien.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4495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02666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Silencio. Hay una mujer. Puede ser escritora.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1129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49300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No, no es escritora.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7764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95935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¿Dependienta? ¿Trabaja en una tienda? ¡Ya lo sé! Es una actriz.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4398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4256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 es la que creo, es profesora.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1032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892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María, la nueva. Tú no estás bien, estás muy mal.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7667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3583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 tú estás tranquila, yo estoy tranquilo. ¡Qué tranquilidad!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¿a qué te dedicas? · ¿en qué trabajas?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soy profesor/a · es profesora · puede ser…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trabajo en una tienda · la academia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estamos todos bien · ¿estáis bien?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767328"/>
            <a:ext cx="4206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Sitcom · Episodio 7 — klik om af te spelen</a:t>
            </a:r>
          </a:p>
        </p:txBody>
      </p:sp>
      <p:pic>
        <p:nvPicPr>
          <p:cNvPr id="31" name="Picture 30" descr="video_poster_U7.pn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 + a/o/u = /k/ · qu + e/i = /k/ · la esdrújula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/k/-klank (met stille u!) &amp; de klemtoon op de 3de lettergreep van achter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c + a/o/u = /k/ · la c fuerte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casa · cocina · médico · actriz · carta · tranquilo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vóór a, o, u klinkt de c als /k/ (vergelijk: cine /θ/ · U3).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qu + e/i = /k/ · de stille 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queso = «ke-so» · ¿quién? = «kjen» · aquí · pequeño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vóór e en i schrijf je qu — de u hoor je NIET.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que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= «ke» (niet «kwe»!) ·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qui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= «ki». Vergelijk: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c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asa /k/ maar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c</a:t>
            </a:r>
            <a:r>
              <a:rPr sz="1300" b="0" i="0">
                <a:solidFill>
                  <a:srgbClr val="20242E"/>
                </a:solidFill>
                <a:latin typeface="Inter"/>
              </a:rPr>
              <a:t>ine /θ/ — dáárom bestaat qu!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esdrújula · klemtoon op de 3de lettergreep van achter — áltijd een accent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64550"/>
                </a:solidFill>
                <a:latin typeface="Bricolage Grotesque"/>
              </a:rPr>
              <a:t>MÉ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·di·co     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MÚ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·si·ca     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SÁ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·ba·do      te·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LÉ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·fo·no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profesiones · los lugares de trabajo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beroepen (♂/♀), de werkplekken &amp; naar werk vragen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Las profesiones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profesor · la profesora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leraar/lerares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escritor · la escritora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schrijver/-ster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actor · la actriz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acteur · actrice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dependiente · la dependienta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winkelbediende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el/la estudiante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student(e)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médico · la médica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de dokter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Los lugares de trabajo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la academia · la escuela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de (taal)school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la tienda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de winkel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la oficina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het kantoor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hospital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het ziekenhuis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teatro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het theater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Preguntar por el trabajo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¿A qué te dedicas?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wat doe je (voor werk)?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¿En qué trabajas?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waarin werk je?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¿Dónde trabajas?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waar werk je?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¿Trabaja en una tienda?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werkt hij/zij in een winkel?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Decir el trabajo &amp; ¿cómo estamos?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Je beroep zeggen &amp; zeggen hoe het met iedereen gaat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Decir el trabajo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Soy profesor/a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leraar/lerares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Soy estudiante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student(e)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Trabajo en una oficina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werk op een kantoor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yo trabajo · tú trabajas · él trabaja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· jij · hij werk(t)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¿A qué te dedicas?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wat doe je (voor werk)?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¿Cómo estamos? · estar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bien · tranquilo/a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oké · rustig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Estamos todos bien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we zijn allemaal oké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¿Estáis bien?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zijn jullie oké?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Estás muy mal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jij bent er erg aan toe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¡Qué tranquilidad!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wat een rust!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soy profesora — zónder un/una · actor → actriz · el/la estudiante blijft gelijk.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ser + profesión · trabajo en…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Je beroep zeggen zonder un/una + de trabajo-chunks uit de scène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6949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ser + profesión — zónder un/una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Soy profesora.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ik ben lerares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niet: soy una profesora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8892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Es escritor.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hij is schrijver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¿Es actriz? — No, es profesora.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4612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Soy estudiante.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ik ben student(e)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el/la estudiante (blijft gelijk)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94760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♂ / ♀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profesor/profesora · escritor/escritora · dependiente/dependienta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actor → </a:t>
            </a:r>
            <a:r>
              <a:rPr sz="1250" b="1" i="0">
                <a:solidFill>
                  <a:srgbClr val="2563EB"/>
                </a:solidFill>
                <a:latin typeface="Inter"/>
              </a:rPr>
              <a:t>actriz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 ·  el/la estudiante blijft gelijk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nooit «soy una profesora» — beroep = zonder lidwoord.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1737360"/>
            <a:ext cx="4023360" cy="374903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1874519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trabajo · trabajas · trabaja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377440"/>
            <a:ext cx="3566160" cy="21945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563EB"/>
                </a:solidFill>
                <a:latin typeface="Inter"/>
              </a:rPr>
              <a:t>(yo)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trabajo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ik werk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563EB"/>
                </a:solidFill>
                <a:latin typeface="Inter"/>
              </a:rPr>
              <a:t>(tú)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trabajas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jij werkt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563EB"/>
                </a:solidFill>
                <a:latin typeface="Inter"/>
              </a:rPr>
              <a:t>(él/ella)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trabaja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hij/zij werkt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Trabajo </a:t>
            </a:r>
            <a:r>
              <a:rPr sz="1400" b="1" i="0">
                <a:solidFill>
                  <a:srgbClr val="0E9E97"/>
                </a:solidFill>
                <a:latin typeface="Inter"/>
              </a:rPr>
              <a:t>en una tienda</a:t>
            </a:r>
            <a:r>
              <a:rPr sz="1400" b="0" i="0">
                <a:solidFill>
                  <a:srgbClr val="20242E"/>
                </a:solidFill>
                <a:latin typeface="Inter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chunks uit de scène — leer ze als vaste vormen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7091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werkplek altijd met en: trabajo en una academia · en casa.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ser ↔ estar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Wie/wat je bent → ser · hoe je je voelt (toestand) → estar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694944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SER — wie/wat je bent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es profesora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beroep (wie/wat)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Si es la que creo, es profesora.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24328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soy belga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afkomst (U3)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Soy de Bélgica.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9816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es María, la nueva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identiteit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¿Es actriz? — No, es profesora.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508760"/>
            <a:ext cx="4023360" cy="22860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64592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ESTAR — toestand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48840"/>
            <a:ext cx="3566160" cy="1554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Estoy </a:t>
            </a:r>
            <a:r>
              <a:rPr sz="1400" b="0" i="0">
                <a:solidFill>
                  <a:srgbClr val="20242E"/>
                </a:solidFill>
                <a:latin typeface="Inter"/>
              </a:rPr>
              <a:t>bien · tranquilo/a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Estamos </a:t>
            </a:r>
            <a:r>
              <a:rPr sz="1400" b="0" i="0">
                <a:solidFill>
                  <a:srgbClr val="20242E"/>
                </a:solidFill>
                <a:latin typeface="Inter"/>
              </a:rPr>
              <a:t>todos bien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wij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¿</a:t>
            </a:r>
            <a:r>
              <a:rPr sz="1400" b="1" i="0">
                <a:solidFill>
                  <a:srgbClr val="EA7317"/>
                </a:solidFill>
                <a:latin typeface="Inter"/>
              </a:rPr>
              <a:t>Estáis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bien?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jullie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6A6E78"/>
                </a:solidFill>
                <a:latin typeface="Inter"/>
              </a:rPr>
              <a:t>Tú no estás bien, estás muy mal.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María ___ profesora.  Julio no ___ bien.  Nosotros ___ tranquilos.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es · está · estamos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23" name="Rounded Rectangle 2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¿A qué te ___?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profesora.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dónde ___?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en una academia.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___ contenta? — Sí, muy contenta.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dedicas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Soy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trabajas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Trabajo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5. estás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¿Quién soy? · adivina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Geef pistas over een beroep en laat je buur gissen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«— Trabajo en un hospital.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Estoy con muchas personas.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¿Puede ser… médica?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¡Sí! Soy médica.»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(geheim!) een beroep.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Geef pistas: «trabajo en… · estoy…».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Je buur gist: «¿puede ser…?».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Wissel van rol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gissen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trabajo en 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Hoe werk klinkt in de Spaanstalige wereld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Juanes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A Dios le Pido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Álvaro Soler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Sofía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Marc Anthony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Vivir Mi Vida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P. Rico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Manu Chao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Me Gustas Tú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🇪🇸/🇫🇷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Shakira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Antología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💼 El trabajo en el mundo hispano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soy profesor — zónder un/una · het horario partido (winkels dicht van 14 tot 17 u) · beroemde beroepen: Frida Kahlo pintora · García Márquez escritor · Messi futbolista · Rosalía cantante. Playlist + LyricsTraining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¿Quién soy? · adivina la profesión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Kies geheim een beroep, geef 3 pistas — de klas gist zoals Josefina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FICHA · noteer je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💼 Mi profesión: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(geheim!).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🕵️ Pista: Trabajo en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· Estoy ____ 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🎯 Adivina: ¿Puede ser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? · ¡Ya lo sé!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Elige (geheim!) una profesión + werkplek.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Da tres pistas: «trabajo en…» · «estoy…» · «trabajo con…».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La clase adivina: «¿puede ser…?» · «¿trabajas en…?» · «¡ya lo sé!».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Confirma: «Sí, soy…» / «No, no soy…» — wie raadt, is aan de beurt.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drie pistas geeft met «trabajo en…» + «estoy…», en gist/antwoordt met ser zónder un/una («¿puede ser médica?» — «sí, soy médica») — zónder af te lezen.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16 / 16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09928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10524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709928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910524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256282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302002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502598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256282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302002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502598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48356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894076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094672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 · Estamos todos bien / tranquilos · ¿Estáis bien? · estar = toestand · ser = wie/wat je bent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848356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2894076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094672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440430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486150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686746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uno · dos · tres · cinco · diez · veinte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440430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486150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686746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032504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078224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278820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032504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4078224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278820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624578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670298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4870894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624578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4670298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4870894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216652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5262372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Ubicar cosas · decir dónde está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5462968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¿Dónde está…? · está en… · encima de · debajo de · dentro de · al lado de · delante de · detrás de · Hay … en la cocina · del (de+el)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5216652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5262372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Pedir y dar permiso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5462968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¿Puedo…? · ¿Puedes…? · Sí, puedes… · Aquí no · puedes ir fuera · ¿Puedo fumar? · ¿Puedes venir?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808726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5854446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Hablar del trabajo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" y="6055042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¿A qué te dedicas? · ¿En qué trabajas? · Soy profesor/a · escritor/a · actriz · Trabajo en una tienda · una oficina · ser + profesión (zonder un/una)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5808726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4808" y="5854446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Especular y adivinar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4808" y="6055042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Puede ser… (escritora) · ¿Trabaja en una tienda? · Creo que es… · ¡Ya lo sé! · ¿O algo parecido?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praat je over werk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¿A qué te dedicas? · ¿En qué trabajas? · ¿Dónde trabajas?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Soy profesor/a · soy estudiante — zónder un/una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trabajo · trabajas · trabaja + en (trabajo en una tienda)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ser ↔ estar · ♂/♀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ser = wie/wat je bent (es profesora) · estar = toestand (estoy bien)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estamos todos bien · ¿estáis bien? · estás muy mal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profesor/profesora · actor/actriz · el/la estudiante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2860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naar werk vragen (¿a qué te dedicas?)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852928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mijn beroep zeggen zónder un/una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419856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trabajo/trabajas/trabaja + en gebruiken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986784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ser en estar juist kiezen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553712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gissen zoals Josefina (¿puede ser…?)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1206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¿quién soy?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Docentendossier · Unidad 7 «Las profesiones»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Timing (2 lesuren van 50 min).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Les 1: Escucha (sitcom ep. 7 · id _636fQfHIa4, Fernando ondervraagt María «yo trabajo aquí, tú trabajas aquí…»; waarzegster Josefina leest de kaarten en gist beroepen) + Suena bien (c + a/o/u = /k/ · qu + e/i = /k/ met stille u · la esdrújula) + Kit (profesiones ♂/♀ · lugares de trabajo · preguntar por el trabajo). Les 2: gramática functioneel (ser + profesión zonder un/una · trabajo-chunks + en · ser ↔ estar), hablar «¿Quién soy? · adivina», tarea + cultura.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Aanpak C4 (survival).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Chunks komen auditief binnen (luisteren → naspreken). trabajo/trabajas/trabaja en estamos/estáis presenteren als CHUNKS uit de scène — géén vervoegingsparadigma; het volledige werkwoordsysteem komt in het 5de jaar (C5). Kernvalstrikken: soy profesora zónder un/una (nooit «soy una profesora»); ♂/♀: profesor/profesora · escritor/escritora · dependiente/dependienta · actor/actriz, el/la estudiante blijft gelijk; ser = wie/wat je bent ↔ estar = toestand; werkplek met en (trabajo en una tienda); qu = /k/ met stille u (que = «ke», niet «kwe»); esdrújula = altijd tilde (MÉ·di·co). Doelcodes: C4-SP-1 · C4-STR-1 · C4-GE-1 · C4-WS-1 · C4-MEC-1/2 · C4-CU-1.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Evaluatie.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Mondelinge mini-taak («¿Quién soy? · adivina la profesión»: geheim beroep kiezen, drie pistas geven met «trabajo en…» / «estoy…» / «trabajo con…», de klas gist met «¿puede ser…?»). Geen leerplan → focus op «kunnen gebruiken in de praktijk». Rubric: pistas correct (trabajo en · estoy) · adivinar + ser zonder un/una · uitspraak &amp; durf.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A6A29A"/>
                </a:solidFill>
                <a:latin typeface="Inter"/>
              </a:rPr>
              <a:t>Oplossingen staan bij elke oefendia in de presenter-notities; antwoorden verschijnen bij klik.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