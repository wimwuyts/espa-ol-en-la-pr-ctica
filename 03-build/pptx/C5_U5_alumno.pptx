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5 · MÉXICO · CDMX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¡Ñam!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Comida y restaurante: cantidades, «voy a comer» y pedir con cortesía — en la CDMX,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comer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eten?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«La carta»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Cantidades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mucho/poco · un kilo 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Voy a comer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Pedir · cortesía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¿me pone…? · para mí…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cuenta (lo/la)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cartas (menús)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tacos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mercados y horarios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🍽️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La carta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menu + restaurante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comida y la bebida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tafel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comida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eten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pan · la carne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bebida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drinken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agua · el zumo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fruit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manzana · el plátano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verdura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groente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tomate · la lechuga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pollo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pescado · el arroz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sopa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soep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ensalada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taco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guacamole 🇲🇽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cubiertos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bestek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tenedor · cuchillo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Cantidades: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mucho/poco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poco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kilo de · una botella de · un paquete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Cantidad concuerda: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muchO pan · muchA fruta · muchOS tomates · muchAS manzanas.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un poco de + niet-telbaar (queso, leche, agua) — verandert nooit.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Cantidades — mucho / poco / un poco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voorwerp. De cantidad past zich aan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el mercado hay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mucha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fruta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muchos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tomates,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pero solo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un poco de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queso.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ev. (pan, arroz)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ev. (fruta, leche)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mv. (tomates)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mv. (manzanas)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poco 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niet-telbaar (queso)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kilo 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envase + producto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mucho/-a/-os/-as past aan bij het woord · un poco de blijft gelijk (niet-telbaar) · envases: un kilo/una botella/un paquete de.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¿mucho, mucha, muchos o muchas?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juiste vorm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fruta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tomates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manzanas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leche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huevos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mucho/-a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muchos/-as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Voy a comer — ir a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Fórmula: ir (presente) + a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ir (voy, vas, va…)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a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Voy a comer un taco.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vas 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vamos 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vais 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van a…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«a»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voy A comer (niet «voy comer»).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voy a COMER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Gebruik: plannen dichtbij.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Pedir con cortesía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 rollen. Klik een kaart → wie zegt het. Camarero pregunta, cliente pide.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¿Qué va a tomar?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Para mí, una sopa.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¿Y para beber?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¿Me pone agua?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¡Que aproveche!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Pide con cortesía: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mí… / ¿Me pone…? / ¿Me trae…? + por favor. Niet enkel «quiero».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Structuur: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primero (voor) · de segundo (hoofd) · de postre (na) · para beber (drank).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¿Camarero o cliente?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wie het zegt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¿Qué va a tomar?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Para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¿Y para beber?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¿Me pone un refresco?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¡Que aproveche!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cuenta, por favor.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Camarero = vraagt (¿qué va a tomar? / ¿y para beber?).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Cliente = bestelt (para mí… / ¿me pone…? / la cuenta).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carta de Diego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«Para empezar: guacamole con nachos (5 €) y elote (4 €). Platos fuertes: tacos de pollo (8 €), ceviche (10 €). Para terminar: flan (3 €), piña con lima (3 €).»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para empezar?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Guacamole con nachos / elote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tacos?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8 €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¿El ceviche es un plato fuerte?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cuesta 10 €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de postre?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Flan / piña con lima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platos y precios — niet élk woord begrijpen. Vergelijk met de carta van Lucía.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piden. Klik un nombre → wat ze bestellen.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sopa + pollo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tacos de pollo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refresco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ensalada + pescado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zumo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guacamole + ceviche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«Para mí, de primero una sopa y de segundo pollo. Para beber, agua.»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bestelt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cuenta → la traigo (lo/la/los/las)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pronomen verschijnt. Vervang het voorwerp, niet herhalen.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los tacos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las gambas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postre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carta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¿La cuenta? → La traigo.   ¿Los tacos? → Los quiero.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lo (m.ev.) · la (v.ev.) · los (m.mv.) · las (v.mv.).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pronomen staat vóór het vervoegde werkwoord — zo herhaal je het voorwerp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¡Pide en el restaurante!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Buenas tardes.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1º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primero,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2º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segundo,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bebida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pone…?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la cuenta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Gracias.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pedido.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2409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pide comida»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«Buenas. Para mí, de primero una sopa y de segundo pollo. ¿Me pone agua? … La cuenta, por favor.»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carta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menu.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carta: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primero … (precio)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segundo … (precio)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postre … (precio)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para beber … (precio)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cortesía: para mí / ¿me pone?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plato de tu país/estilo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«El Sabor de Diego. De primero: guacamole (5 €). De segundo: tacos de pollo (8 €). De postre: flan (3 €). Para beber: refresco (2 €).»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Fruta, verdura y la mesa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manzana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plátano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banaan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uvas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druiven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piña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ananas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tomate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tomaat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lechuga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cebolla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ui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maíz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maïs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plato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vaso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glas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tenedor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vork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cuchara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lepel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cantidad: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 kilo de manzanas · muchas uvas · un poco de maíz. Como con tenedor y cuchara.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Los cubiertos: el tenedor, el cuchillo, la cuchara. La mesa: el plato, el vaso, la servilleta.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secuencia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recepten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conectores: primero · luego · después · por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corta el tomate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añade la 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espera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¡a comer!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último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¿n o ñ?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pi__a (ananas)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piña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ni__o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niño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ca__a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caña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a__o (jaar)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año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por último (voor recepten en stappen).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ñ klinkt «nj»: piña, niño, caña, año. Verwar niet met n (pena ≠ peña).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Tacos, mercados y horarios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comida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🌮 El taco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maíz, con carne, verdura y salsa. En la CDMX hay taquerías por todas partes: al pastor, de pollo, de pescado.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taco = het hart van de Mexicaanse keuken.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🏪 Los mercados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Compras fruta, verdura y comida fresca. Regatear el precio es normal. Colores, olores y mucha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plek om cantidades te oefenen.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🕐 Horarios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cena muy tarde (21:30). México y Bélgica un poco antes. Contraste: paella 🇪🇸 · tacos 🇲🇽 · arepa 🇨🇴 · ceviche 🇵🇪.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 en Madrid.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typisch gerecht bij jou thuis (¿qué es? ¿qué lleva? ¿cuándo lo comes?).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va a ___? (nemen)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tomar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Para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___, por favor.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cuenta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 un taco.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___, un flan. (na)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postre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bestelzinnen: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va a tomar? · Para mí… · ¿Me pone…? · La cuenta, por favor · Voy a comer…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🍽️ Tarea final · La carta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de carta van je eigen restaurante y representa la escena camarero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mexicano, español…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carta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primeros · segundos · postres · bebidas + precios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→ pedir → ¡que aproveche! → la cuenta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la escena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Recomienda un plato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«Le recomiendo…» según los gustos del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secties + precios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cortesía (para mí/¿me pone?)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voy a pedir + la cuenta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(het restaurant) · ontvanger de cliente · doel een menu aanbieden &amp; een pedido opnemen · situatie un restaurante en CDMX · resultaat: carta + gespeelde dialoog.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fruta (veel)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tomates (veel)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yo → futuro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voy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nosotros → futuro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bestellen: «para ___»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cuenta? → ___ traigo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cantidades (concord) · ir a + infinitivo · pedir/cortesía · lo/la/los/las.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(17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Cantidades: mucho/-a/-os/-as (past aan) · un poco de (blijft gelijk) · un kilo/una botella/un paquete 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Futuro próximo: ir (voy, vas, va, vamos, vais, van) + a + infinitivo: «Voy a comer».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Pedir con cortesía: ¿Qué va a tomar? · Para mí… · ¿Me pone…? · La cuenta, por favor. De primero/segundo/postre.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cuenta? → La traigo. ¿Los tacos? → Los quiero (vóór het werkwoord).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muchA fruta ≠ mucho · voy A comer · pide con cortesía (niet enkel «quiero») · la ñ (piña).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comida/bebida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cantidades (mucho/un kilo 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a comer (ir a + inf.)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pedir + la cuenta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