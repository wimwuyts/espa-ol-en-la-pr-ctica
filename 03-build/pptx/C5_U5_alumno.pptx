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6" r:id="rId27"/>
    <p:sldId id="277" r:id="rId28"/>
    <p:sldId id="278" r:id="rId29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4 · El pedido imposible — 🎭 simulatie met beperking</a:t>
            </a:r>
          </a:p>
          <a:p>
            <a:r>
              <a:t>OPDRACHT: Krijg een volledig menu binnen: voorgerecht, hoofdgerecht, drank en dessert.</a:t>
            </a:r>
          </a:p>
          <a:p>
            <a:r>
              <a:t>DE REGEL: Elke «lo siento» dwingt je tot een nieuw voorstel — en je mag nooit twee keer dezelfde beleefdheidsformule gebruiken.</a:t>
            </a:r>
          </a:p>
          <a:p>
            <a:r>
              <a:t>VERLOOP: El camarero coge su lista de «no hay». | Pides. Te dicen que no. Propón otra cosa. | Sigue hasta tener los cuatro platos. | Cambiad de papel.</a:t>
            </a:r>
          </a:p>
          <a:p>
            <a:r>
              <a:t>SLEUTEL: Zes formules voor vier gangen: er is speling, maar niet veel. Wie herhaalt, begint opnieuw.  ||  «¿Qué me recomienda?» is de ontsnappingsroute — laat leerlingen die zelf ontdekken in plaats van hem aan te reiken.  ||  De ober mag niet op alles nee zeggen: minstens vier gerechten blijven beschikbaar, anders loopt het spel vast.</a:t>
            </a:r>
          </a:p>
          <a:p>
            <a:r>
              <a:t>NOTA: Geef de «no hay»-lijst alleen aan de ober. Ziet de klant hem, dan verdwijnt het improviseren.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7 · Cinco palabras para el mercado — 🔓 puzzel &amp; escape</a:t>
            </a:r>
          </a:p>
          <a:p>
            <a:r>
              <a:t>OPDRACHT: Krijg het product te pakken met maximaal vijf woorden per poging.</a:t>
            </a:r>
          </a:p>
          <a:p>
            <a:r>
              <a:t>DE REGEL: Vijf woorden per poging, gebaren mogen niet, en de naam van het product mag niet vallen — ook niet in het Nederlands of het Engels.</a:t>
            </a:r>
          </a:p>
          <a:p>
            <a:r>
              <a:t>VERLOOP: Coge una tarjeta de producto. No la enseñes. | Describe en cinco palabras. Cuenta en voz alta. | ¿No lo adivina? Otro intento, otras cinco. | Máximo tres intentos por producto.</a:t>
            </a:r>
          </a:p>
          <a:p>
            <a:r>
              <a:t>SLEUTEL: Sterke omschrijvingen gebruiken kleur, smaak en gebruik — precies de woordenschat van §1 en §2.  ||  «El chile» en «el cilantro» zijn de moeilijkste: beide vragen om smaak in plaats van vorm.  ||  Vijf woorden dwingt tot ser en estar zonder franje: «es verde», «está en la sopa».</a:t>
            </a:r>
          </a:p>
          <a:p>
            <a:r>
              <a:t>NOTA: Tel de woorden echt. Zonder tellen wordt het een gewone omschrijfoefening en verdwijnt de druk die de zinnen kort houdt.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8 · La sobremesa — ⚖️ onderhandeling &amp; dilemma</a:t>
            </a:r>
          </a:p>
          <a:p>
            <a:r>
              <a:t>OPDRACHT: Verdeel de rekening. Ieder heeft een geheime instructie.</a:t>
            </a:r>
          </a:p>
          <a:p>
            <a:r>
              <a:t>DE REGEL: Je geheime instructie moet je volgen, maar je mag ze niet uitspreken. Wie zegt «ik heb weinig geld», heeft verloren — je moet het láten merken.</a:t>
            </a:r>
          </a:p>
          <a:p>
            <a:r>
              <a:t>VERLOOP: Coge tu instrucción secreta. No la enseñes. | Mirad la cuenta juntos. | Negociad hasta que todos paguen algo. | Al final: ¿quién tenía qué instrucción?</a:t>
            </a:r>
          </a:p>
          <a:p>
            <a:r>
              <a:t>SLEUTEL: Totaal: 415 pesos, ongeveer 21 euro. Eerlijk delen door vier is ruim 100 elk — precies wat de vier instructies onmogelijk maken.  ||  De spanning zit bij Nina en Diego: allebei willen minder betalen, maar om tegengestelde redenen.  ||  Toets of niemand zijn instructie heeft uitgesproken. Dat is de regel én de reden dat er echt onderhandeld wordt.</a:t>
            </a:r>
          </a:p>
          <a:p>
            <a:r>
              <a:t>NOTA: «La sobremesa» is cultureel echt: in Mexico en Spanje blijft men na het eten aan tafel. Zeg dat erbij, dan is de scène niet alleen een rekensom.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5 · MÉXICO · CDMX 🇲🇽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¡Ñam!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Comida y restaurante: cantidades, «voy a comer» y pedir con cortesía — en la CDMX, con Diego.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vas a comer hoy?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ga je vandaag eten?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anfitrión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«La carta»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Cantidades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mucho/poco · un kilo 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Voy a comer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a + infinitivo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Pedir · cortesía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¿me pone…? · para mí…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cuenta (lo/la)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lo/la/los/las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cartas (menús)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tacos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mercados y horarios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🍽️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La carta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menu + restaurante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comida y la bebida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tafel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comida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eten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pan · la carne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bebida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drinken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agua · el zumo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fruta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fruit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manzana · el plátano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verdura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groente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tomate · la lechuga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pollo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kip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pescado · el arroz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sopa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soep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ensalada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taco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taco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guacamole 🇲🇽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cubiertos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bestek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tenedor · cuchillo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Cantidades: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mucho/poco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un poco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un kilo de · una botella de · un paquete de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Cantidad concuerda: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muchO pan · muchA fruta · muchOS tomates · muchAS manzanas.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un poco de + niet-telbaar (queso, leche, agua) — verandert nooit.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Cantidades — mucho / poco / un poco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het voorwerp. De cantidad past zich aan (m/v · ev/mv).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En el mercado hay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mucha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fruta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muchos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tomates,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pero solo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un poco de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queso.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concordancia — ¿qué forma?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m. ev. (pan, arroz)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v. ev. (fruta, leche)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m. mv. (tomates)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v. mv. (manzanas)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un poco 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niet-telbaar (queso)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un kilo 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envase + producto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mucho/-a/-os/-as past aan bij het woord · un poco de blijft gelijk (niet-telbaar) · envases: un kilo/una botella/un paquete de.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¿mucho, mucha, muchos o muchas?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juiste vorm verschijnt. Kijk naar m/v en ev/mv.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fruta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tomates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manzanas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leche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huevos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mucho/-a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enkelvoud (m/v)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muchos/-as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meervoud (m/v). Kijk naar het lidwoord: el/la · los/las.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Voy a comer — ir a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 verschijnen. Fórmula: ir (presente) + a + infinitivo.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ir (voy, vas, va…)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+ a +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infinitivo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Voy a comer un taco.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voy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vas 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 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vamos 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vais a…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van a…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Vergeet de «a» niet: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voy A comer (niet «voy comer»).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voy a COMER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Gebruik: plannen dichtbij.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· 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Pedir con cortesía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Twee rollen. Klik een kaart → wie zegt het. Camarero pregunta, cliente pide.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🧑‍🍳 Camarero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¿Qué va a tomar?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🙋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Para mí, una sopa.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🧑‍🍳 Camarero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¿Y para beber?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🙋 Cliente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¿Me pone agua?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🧑‍🍳 Camarero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¡Que aproveche!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🙋 Cliente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cuenta, por favor.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Pide con cortesía: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Para mí… / ¿Me pone…? / ¿Me trae…? + por favor. Niet enkel «quiero».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Structuur: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primero (voor) · de segundo (hoofd) · de postre (na) · para beber (drank).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¿Camarero o cliente?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wie het zegt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¿Qué va a tomar?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camarero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Para mí, una sopa.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cliente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¿Y para beber?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camarero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¿Me pone un refresco?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cliente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¡Que aproveche!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camarero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cuenta, por favor.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cliente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Camarero = vraagt (¿qué va a tomar? / ¿y para beber?).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Cliente = bestelt (para mí… / ¿me pone…? / la cuenta).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carta de Diego (menú)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«Para empezar: guacamole con nachos (5 €) y elote (4 €). Platos fuertes: tacos de pollo (8 €), ceviche (10 €). Para terminar: flan (3 €), piña con lima (3 €).»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hay para empezar?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Guacamole con nachos / elote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cuestan los tacos?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8 €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¿El ceviche es un plato fuerte?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Sí, cuesta 10 €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hay de postre?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Flan / piña con lima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platos y precios — niet élk woord begrijpen. Vergelijk met de carta van Lucía.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el pedido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clientes piden. Klik un nombre → wat ze bestellen.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sopa + pollo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agua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tacos de pollo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refresco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ensalada + pescado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zumo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guacamole + ceviche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agua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«Para mí, de primero una sopa y de segundo pollo. Para beber, agua.»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speelt de cliente en bestelt zelf.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cuenta → la traigo (lo/la/los/las)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pronomen verschijnt. Vervang het voorwerp, niet herhalen.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 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la cuenta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los tacos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las gambas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 postre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la carta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Vóór het werkwoord: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¿La cuenta? → La traigo.   ¿Los tacos? → Los quiero.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lo (m.ev.) · la (v.ev.) · los (m.mv.) · las (v.mv.).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pronomen staat vóór het vervoegde werkwoord — zo herhaal je het voorwerp niet.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¡Pide en el restaurante!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Buenas tardes.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1º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 primero,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2º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 segundo,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bebida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¿Me pone…?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la cuenta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cuenta, por favor.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Cerrar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Gracias.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pedido.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240987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pide comida»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«Buenas. Para mí, de primero una sopa y de segundo pollo. ¿Me pone agua? … La cuenta, por favor.»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carta (menú)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Ontwerp je menu.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carta: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primero … (precio)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segundo … (precio)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postre … (precio)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para beber … (precio)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cortesía: para mí / ¿me pone?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plato de tu país/estilo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«El Sabor de Diego. De primero: guacamole (5 €). De segundo: tacos de pollo (8 €). De postre: flan (3 €). Para beber: refresco (2 €).»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Fruta, verdura y la mesa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manzana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appel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plátano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banaan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las uvas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druiven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piña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ananas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tomate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tomaat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lechuga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cebolla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ui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maíz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maïs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plato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vaso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glas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tenedor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vork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cuchara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lepel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cantidad: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 kilo de manzanas · muchas uvas · un poco de maíz. Como con tenedor y cuchara.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Los cubiertos: el tenedor, el cuchillo, la cuchara. La mesa: el plato, el vaso, la servilleta.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de secuencia +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recepten en spelling.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conectores: primero · luego · después · por último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corta el tomate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Primero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añade la 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Luego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espera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¡a comer!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último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ortografía: ¿n o ñ?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pi__a (ananas)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piña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ni__o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niño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ca__a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caña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a__o (jaar)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año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luego/después → por último (voor recepten en stappen).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ñ klinkt «nj»: piña, niño, caña, año. Verwar niet met n (pena ≠ peña).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Tacos, mercados y horarios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comida une al mundo hispano.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🌮 El taco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maíz, con carne, verdura y salsa. En la CDMX hay taquerías por todas partes: al pastor, de pollo, de pescado.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taco = het hart van de Mexicaanse keuken.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🏪 Los mercados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Compras fruta, verdura y comida fresca. Regatear el precio es normal. Colores, olores y mucha vida.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plek om cantidades te oefenen.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🕐 Horarios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cena muy tarde (21:30). México y Bélgica un poco antes. Contraste: paella 🇪🇸 · tacos 🇲🇽 · arepa 🇨🇴 · ceviche 🇵🇪.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No comas a las 18:00 en Madrid.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een typisch gerecht bij jou thuis (¿qué es? ¿qué lleva? ¿cuándo lo comes?).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pedido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¿Qué va a ___? (nemen)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tomar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mí, una sopa.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Para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¿Me ___ agua? (serveren)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___, por favor.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cuenta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Voy ___ comer un taco.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___, un flan. (na)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postre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bestelzinnen: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va a tomar? · Para mí… · ¿Me pone…? · La cuenta, por favor · Voy a comer…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🍽️ Tarea final · La carta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de carta van je eigen restaurante y representa la escena camarero ↔ cliente.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nombre y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mexicano, español…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carta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primeros · segundos · postres · bebidas + precios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diálogo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saludar → pedir → ¡que aproveche! → la cuenta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Representa la escena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pareja (of neem audio op)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Recomienda un plato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«Le recomiendo…» según los gustos del cliente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secties + precios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cortesía (para mí/¿me pone?)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voy a pedir + la cuenta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representar la escena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(het restaurant) · ontvanger de cliente · doel een menu aanbieden &amp; een pedido opnemen · situatie un restaurante en CDMX · resultaat: carta + gespeelde dialoog.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fruta (veel)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mucha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tomates (veel)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muchos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ir, yo → futuro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voy 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ir, nosotros → futuro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vamos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bestellen: «para ___»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¿Me ___ agua? (serveren)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 cuenta? → ___ traigo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Voy ___ comer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cantidades (concord) · ir a + infinitivo · pedir/cortesía · lo/la/los/las.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(17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Cantidades: mucho/-a/-os/-as (past aan) · un poco de (blijft gelijk) · un kilo/una botella/un paquete 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Futuro próximo: ir (voy, vas, va, vamos, vais, van) + a + infinitivo: «Voy a comer».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Pedir con cortesía: ¿Qué va a tomar? · Para mí… · ¿Me pone…? · La cuenta, por favor. De primero/segundo/postre.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lo/la/los/las: ¿La cuenta? → La traigo. ¿Los tacos? → Los quiero (vóór het werkwoord).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muchA fruta ≠ mucho · voy A comer · pide con cortesía (niet enkel «quiero») · la ñ (piña).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comida/bebida benoemen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cantidades (mucho/un kilo de)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voy a comer (ir a + inf.)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pedir + la cuenta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lo/la/los/las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4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pedido imposible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El camarero dice que no a casi todo. Tú tienes que cenar igual.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ober zegt op bijna alles nee. Jij moet tóch eten.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Elke «lo siento» dwingt je tot een nieuw voorstel — en je mag nooit twee keer dezelfde beleefdheidsformule gebruiken.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carta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sopa de tortilla · quesadillas · tacos al pastor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carta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enchiladas · pozole · horchata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carta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agua de jamaica · flan · arroz con leche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Fórmulas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Para mí, … · ¿Me pone …? · ¿Me trae …?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Fórmulas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¿Y tienen …? · Entonces …, por favor. · ¿Qué me recomienda?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camarero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hay tacos de pollo.</a:t>
            </a:r>
          </a:p>
        </p:txBody>
      </p:sp>
      <p:sp>
        <p:nvSpPr>
          <p:cNvPr id="23" name="Onthul 5"/>
          <p:cNvSpPr/>
          <p:nvPr/>
        </p:nvSpPr>
        <p:spPr>
          <a:xfrm>
            <a:off x="3403854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nthulTxt 5"/>
          <p:cNvSpPr txBox="1"/>
          <p:nvPr/>
        </p:nvSpPr>
        <p:spPr>
          <a:xfrm>
            <a:off x="3422142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cambia de plato y de fórmula</a:t>
            </a:r>
          </a:p>
        </p:txBody>
      </p:sp>
      <p:sp>
        <p:nvSpPr>
          <p:cNvPr id="25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6"/>
          <p:cNvSpPr txBox="1"/>
          <p:nvPr/>
        </p:nvSpPr>
        <p:spPr>
          <a:xfrm>
            <a:off x="6259068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camarero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acabó el pozole.</a:t>
            </a:r>
          </a:p>
        </p:txBody>
      </p:sp>
      <p:sp>
        <p:nvSpPr>
          <p:cNvPr id="27" name="Onthul 6"/>
          <p:cNvSpPr/>
          <p:nvPr/>
        </p:nvSpPr>
        <p:spPr>
          <a:xfrm>
            <a:off x="6259068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nthulTxt 6"/>
          <p:cNvSpPr txBox="1"/>
          <p:nvPr/>
        </p:nvSpPr>
        <p:spPr>
          <a:xfrm>
            <a:off x="6277356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cambia de plato y de fórmula</a:t>
            </a:r>
          </a:p>
        </p:txBody>
      </p:sp>
      <p:sp>
        <p:nvSpPr>
          <p:cNvPr id="29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7"/>
          <p:cNvSpPr txBox="1"/>
          <p:nvPr/>
        </p:nvSpPr>
        <p:spPr>
          <a:xfrm>
            <a:off x="9114282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camarero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flan está terminado.</a:t>
            </a:r>
          </a:p>
        </p:txBody>
      </p:sp>
      <p:sp>
        <p:nvSpPr>
          <p:cNvPr id="31" name="Onthul 7"/>
          <p:cNvSpPr/>
          <p:nvPr/>
        </p:nvSpPr>
        <p:spPr>
          <a:xfrm>
            <a:off x="9114282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nthulTxt 7"/>
          <p:cNvSpPr txBox="1"/>
          <p:nvPr/>
        </p:nvSpPr>
        <p:spPr>
          <a:xfrm>
            <a:off x="9132570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cambia de plato y de fórmula</a:t>
            </a:r>
          </a:p>
        </p:txBody>
      </p:sp>
      <p:sp>
        <p:nvSpPr>
          <p:cNvPr id="33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8"/>
          <p:cNvSpPr txBox="1"/>
          <p:nvPr/>
        </p:nvSpPr>
        <p:spPr>
          <a:xfrm>
            <a:off x="548640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camarero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queda agua de jamaica.</a:t>
            </a:r>
          </a:p>
        </p:txBody>
      </p:sp>
      <p:sp>
        <p:nvSpPr>
          <p:cNvPr id="35" name="Onthul 8"/>
          <p:cNvSpPr/>
          <p:nvPr/>
        </p:nvSpPr>
        <p:spPr>
          <a:xfrm>
            <a:off x="548640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nthulTxt 8"/>
          <p:cNvSpPr txBox="1"/>
          <p:nvPr/>
        </p:nvSpPr>
        <p:spPr>
          <a:xfrm>
            <a:off x="566928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cambia de plato y de fórmula</a:t>
            </a:r>
          </a:p>
        </p:txBody>
      </p:sp>
      <p:sp>
        <p:nvSpPr>
          <p:cNvPr id="37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9"/>
          <p:cNvSpPr txBox="1"/>
          <p:nvPr/>
        </p:nvSpPr>
        <p:spPr>
          <a:xfrm>
            <a:off x="3403854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camarero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Hoy no hacemos mole.</a:t>
            </a:r>
          </a:p>
        </p:txBody>
      </p:sp>
      <p:sp>
        <p:nvSpPr>
          <p:cNvPr id="39" name="Onthul 9"/>
          <p:cNvSpPr/>
          <p:nvPr/>
        </p:nvSpPr>
        <p:spPr>
          <a:xfrm>
            <a:off x="3403854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nthulTxt 9"/>
          <p:cNvSpPr txBox="1"/>
          <p:nvPr/>
        </p:nvSpPr>
        <p:spPr>
          <a:xfrm>
            <a:off x="3422142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cambia de plato y de fórmula</a:t>
            </a:r>
          </a:p>
        </p:txBody>
      </p:sp>
      <p:sp>
        <p:nvSpPr>
          <p:cNvPr id="4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arjetaTxt 10"/>
          <p:cNvSpPr txBox="1"/>
          <p:nvPr/>
        </p:nvSpPr>
        <p:spPr>
          <a:xfrm>
            <a:off x="6259068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camarero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sopa está fría.</a:t>
            </a:r>
          </a:p>
        </p:txBody>
      </p:sp>
      <p:sp>
        <p:nvSpPr>
          <p:cNvPr id="43" name="Onthul 10"/>
          <p:cNvSpPr/>
          <p:nvPr/>
        </p:nvSpPr>
        <p:spPr>
          <a:xfrm>
            <a:off x="6259068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nthulTxt 10"/>
          <p:cNvSpPr txBox="1"/>
          <p:nvPr/>
        </p:nvSpPr>
        <p:spPr>
          <a:xfrm>
            <a:off x="6277356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cambia de plato y de fórmula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7 · PUZZEL &amp; ESCAPE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Cinco palabras para el mercado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12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Quieres comprar algo cuyo nombre no sabes. Tienes cinco palabras.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Je wil iets kopen waarvan je de naam niet kent. Je hebt vijf woorden.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Vijf woorden per poging, gebaren mogen niet, en de naam van het product mag niet vallen — ook niet in het Nederlands of het Engels.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aguacate</a:t>
            </a:r>
          </a:p>
        </p:txBody>
      </p:sp>
      <p:sp>
        <p:nvSpPr>
          <p:cNvPr id="13" name="Onthul 0"/>
          <p:cNvSpPr/>
          <p:nvPr/>
        </p:nvSpPr>
        <p:spPr>
          <a:xfrm>
            <a:off x="548640" y="327583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nthulTxt 0"/>
          <p:cNvSpPr txBox="1"/>
          <p:nvPr/>
        </p:nvSpPr>
        <p:spPr>
          <a:xfrm>
            <a:off x="566928" y="327583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15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1"/>
          <p:cNvSpPr txBox="1"/>
          <p:nvPr/>
        </p:nvSpPr>
        <p:spPr>
          <a:xfrm>
            <a:off x="3403854" y="2724912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sandía</a:t>
            </a:r>
          </a:p>
        </p:txBody>
      </p:sp>
      <p:sp>
        <p:nvSpPr>
          <p:cNvPr id="17" name="Onthul 1"/>
          <p:cNvSpPr/>
          <p:nvPr/>
        </p:nvSpPr>
        <p:spPr>
          <a:xfrm>
            <a:off x="3403854" y="327583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nthulTxt 1"/>
          <p:cNvSpPr txBox="1"/>
          <p:nvPr/>
        </p:nvSpPr>
        <p:spPr>
          <a:xfrm>
            <a:off x="3422142" y="327583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19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2"/>
          <p:cNvSpPr txBox="1"/>
          <p:nvPr/>
        </p:nvSpPr>
        <p:spPr>
          <a:xfrm>
            <a:off x="6259068" y="2724912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cilantro</a:t>
            </a:r>
          </a:p>
        </p:txBody>
      </p:sp>
      <p:sp>
        <p:nvSpPr>
          <p:cNvPr id="21" name="Onthul 2"/>
          <p:cNvSpPr/>
          <p:nvPr/>
        </p:nvSpPr>
        <p:spPr>
          <a:xfrm>
            <a:off x="6259068" y="327583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nthulTxt 2"/>
          <p:cNvSpPr txBox="1"/>
          <p:nvPr/>
        </p:nvSpPr>
        <p:spPr>
          <a:xfrm>
            <a:off x="6277356" y="327583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23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3"/>
          <p:cNvSpPr txBox="1"/>
          <p:nvPr/>
        </p:nvSpPr>
        <p:spPr>
          <a:xfrm>
            <a:off x="9114282" y="2724912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calabaza</a:t>
            </a:r>
          </a:p>
        </p:txBody>
      </p:sp>
      <p:sp>
        <p:nvSpPr>
          <p:cNvPr id="25" name="Onthul 3"/>
          <p:cNvSpPr/>
          <p:nvPr/>
        </p:nvSpPr>
        <p:spPr>
          <a:xfrm>
            <a:off x="9114282" y="327583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nthulTxt 3"/>
          <p:cNvSpPr txBox="1"/>
          <p:nvPr/>
        </p:nvSpPr>
        <p:spPr>
          <a:xfrm>
            <a:off x="9132570" y="327583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27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4"/>
          <p:cNvSpPr txBox="1"/>
          <p:nvPr/>
        </p:nvSpPr>
        <p:spPr>
          <a:xfrm>
            <a:off x="548640" y="3751326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chile</a:t>
            </a:r>
          </a:p>
        </p:txBody>
      </p:sp>
      <p:sp>
        <p:nvSpPr>
          <p:cNvPr id="29" name="Onthul 4"/>
          <p:cNvSpPr/>
          <p:nvPr/>
        </p:nvSpPr>
        <p:spPr>
          <a:xfrm>
            <a:off x="548640" y="430225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nthulTxt 4"/>
          <p:cNvSpPr txBox="1"/>
          <p:nvPr/>
        </p:nvSpPr>
        <p:spPr>
          <a:xfrm>
            <a:off x="566928" y="430225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3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5"/>
          <p:cNvSpPr txBox="1"/>
          <p:nvPr/>
        </p:nvSpPr>
        <p:spPr>
          <a:xfrm>
            <a:off x="3403854" y="3751326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piña</a:t>
            </a:r>
          </a:p>
        </p:txBody>
      </p:sp>
      <p:sp>
        <p:nvSpPr>
          <p:cNvPr id="33" name="Onthul 5"/>
          <p:cNvSpPr/>
          <p:nvPr/>
        </p:nvSpPr>
        <p:spPr>
          <a:xfrm>
            <a:off x="3403854" y="430225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nthulTxt 5"/>
          <p:cNvSpPr txBox="1"/>
          <p:nvPr/>
        </p:nvSpPr>
        <p:spPr>
          <a:xfrm>
            <a:off x="3422142" y="430225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35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6"/>
          <p:cNvSpPr txBox="1"/>
          <p:nvPr/>
        </p:nvSpPr>
        <p:spPr>
          <a:xfrm>
            <a:off x="6259068" y="3751326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maíz</a:t>
            </a:r>
          </a:p>
        </p:txBody>
      </p:sp>
      <p:sp>
        <p:nvSpPr>
          <p:cNvPr id="37" name="Onthul 6"/>
          <p:cNvSpPr/>
          <p:nvPr/>
        </p:nvSpPr>
        <p:spPr>
          <a:xfrm>
            <a:off x="6259068" y="430225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nthulTxt 6"/>
          <p:cNvSpPr txBox="1"/>
          <p:nvPr/>
        </p:nvSpPr>
        <p:spPr>
          <a:xfrm>
            <a:off x="6277356" y="430225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39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7"/>
          <p:cNvSpPr txBox="1"/>
          <p:nvPr/>
        </p:nvSpPr>
        <p:spPr>
          <a:xfrm>
            <a:off x="9114282" y="3751326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cebolla</a:t>
            </a:r>
          </a:p>
        </p:txBody>
      </p:sp>
      <p:sp>
        <p:nvSpPr>
          <p:cNvPr id="41" name="Onthul 7"/>
          <p:cNvSpPr/>
          <p:nvPr/>
        </p:nvSpPr>
        <p:spPr>
          <a:xfrm>
            <a:off x="9114282" y="430225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nthulTxt 7"/>
          <p:cNvSpPr txBox="1"/>
          <p:nvPr/>
        </p:nvSpPr>
        <p:spPr>
          <a:xfrm>
            <a:off x="9132570" y="430225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43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arjetaTxt 8"/>
          <p:cNvSpPr txBox="1"/>
          <p:nvPr/>
        </p:nvSpPr>
        <p:spPr>
          <a:xfrm>
            <a:off x="548640" y="4777740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limón</a:t>
            </a:r>
          </a:p>
        </p:txBody>
      </p:sp>
      <p:sp>
        <p:nvSpPr>
          <p:cNvPr id="45" name="Onthul 8"/>
          <p:cNvSpPr/>
          <p:nvPr/>
        </p:nvSpPr>
        <p:spPr>
          <a:xfrm>
            <a:off x="548640" y="5328666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nthulTxt 8"/>
          <p:cNvSpPr txBox="1"/>
          <p:nvPr/>
        </p:nvSpPr>
        <p:spPr>
          <a:xfrm>
            <a:off x="566928" y="5328666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47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arjetaTxt 9"/>
          <p:cNvSpPr txBox="1"/>
          <p:nvPr/>
        </p:nvSpPr>
        <p:spPr>
          <a:xfrm>
            <a:off x="3403854" y="4777740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tortilla</a:t>
            </a:r>
          </a:p>
        </p:txBody>
      </p:sp>
      <p:sp>
        <p:nvSpPr>
          <p:cNvPr id="49" name="Onthul 9"/>
          <p:cNvSpPr/>
          <p:nvPr/>
        </p:nvSpPr>
        <p:spPr>
          <a:xfrm>
            <a:off x="3403854" y="5328666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nthulTxt 9"/>
          <p:cNvSpPr txBox="1"/>
          <p:nvPr/>
        </p:nvSpPr>
        <p:spPr>
          <a:xfrm>
            <a:off x="3422142" y="5328666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5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verde y grande.</a:t>
            </a:r>
          </a:p>
        </p:txBody>
      </p:sp>
      <p:sp>
        <p:nvSpPr>
          <p:cNvPr id="5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come con sal.</a:t>
            </a:r>
          </a:p>
        </p:txBody>
      </p:sp>
      <p:sp>
        <p:nvSpPr>
          <p:cNvPr id="5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de color …</a:t>
            </a:r>
          </a:p>
        </p:txBody>
      </p:sp>
      <p:sp>
        <p:nvSpPr>
          <p:cNvPr id="57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arjetaTxt 13"/>
          <p:cNvSpPr txBox="1"/>
          <p:nvPr/>
        </p:nvSpPr>
        <p:spPr>
          <a:xfrm>
            <a:off x="3403854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 en la sopa.</a:t>
            </a:r>
          </a:p>
        </p:txBody>
      </p:sp>
      <p:sp>
        <p:nvSpPr>
          <p:cNvPr id="59" name="Tarjeta 14"/>
          <p:cNvSpPr/>
          <p:nvPr/>
        </p:nvSpPr>
        <p:spPr>
          <a:xfrm>
            <a:off x="6167628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arjetaTxt 14"/>
          <p:cNvSpPr txBox="1"/>
          <p:nvPr/>
        </p:nvSpPr>
        <p:spPr>
          <a:xfrm>
            <a:off x="6259068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Cuesta poco.</a:t>
            </a:r>
          </a:p>
        </p:txBody>
      </p:sp>
      <p:sp>
        <p:nvSpPr>
          <p:cNvPr id="61" name="Tarjeta 15"/>
          <p:cNvSpPr/>
          <p:nvPr/>
        </p:nvSpPr>
        <p:spPr>
          <a:xfrm>
            <a:off x="9022842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arjetaTxt 15"/>
          <p:cNvSpPr txBox="1"/>
          <p:nvPr/>
        </p:nvSpPr>
        <p:spPr>
          <a:xfrm>
            <a:off x="9114282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dulce, no salado.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8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La sobremesa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👨‍👩‍👧 En grupos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Habéis cenado bien. Ahora llega la cuenta.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Jullie hebben goed gegeten. Nu komt de rekening.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geheime instructie moet je volgen, maar je mag ze niet uitspreken. Wie zegt «ik heb weinig geld», heeft verloren — je moet het láten merken.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cuenta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sopa de tortilla — 45 pesos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cuenta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dos quesadillas — 120 pesos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cuenta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tacos al pastor — 95 pesos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cuenta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tres horchatas — 75 pesos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cuenta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flan — 40 pesos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cuenta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propina — 40 pesos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TOTAL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415 pesos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Diego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Estás sin dinero, pero te da vergüenza decirlo.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Valen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Quieres invitar a todos, pero sin ofender a nadie.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Nina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Solo has comido el flan. No quieres pagar lo demás.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Tú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Has olvidado la cartera en casa. De verdad.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pago …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solo he tomado …</a:t>
            </a:r>
          </a:p>
        </p:txBody>
      </p:sp>
      <p:sp>
        <p:nvSpPr>
          <p:cNvPr id="37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13"/>
          <p:cNvSpPr txBox="1"/>
          <p:nvPr/>
        </p:nvSpPr>
        <p:spPr>
          <a:xfrm>
            <a:off x="3403854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¿Y si …?</a:t>
            </a:r>
          </a:p>
        </p:txBody>
      </p:sp>
      <p:sp>
        <p:nvSpPr>
          <p:cNvPr id="39" name="Tarjeta 14"/>
          <p:cNvSpPr/>
          <p:nvPr/>
        </p:nvSpPr>
        <p:spPr>
          <a:xfrm>
            <a:off x="6167628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14"/>
          <p:cNvSpPr txBox="1"/>
          <p:nvPr/>
        </p:nvSpPr>
        <p:spPr>
          <a:xfrm>
            <a:off x="6259068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hace falta, de verdad.</a:t>
            </a:r>
          </a:p>
        </p:txBody>
      </p:sp>
      <p:sp>
        <p:nvSpPr>
          <p:cNvPr id="41" name="Tarjeta 15"/>
          <p:cNvSpPr/>
          <p:nvPr/>
        </p:nvSpPr>
        <p:spPr>
          <a:xfrm>
            <a:off x="9022842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arjetaTxt 15"/>
          <p:cNvSpPr txBox="1"/>
          <p:nvPr/>
        </p:nvSpPr>
        <p:spPr>
          <a:xfrm>
            <a:off x="9114282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Entonces la próxima vez invito yo.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