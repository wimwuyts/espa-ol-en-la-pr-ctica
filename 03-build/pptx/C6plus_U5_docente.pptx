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U5 = de kern-verleden tijd. Kerngrammatica: pretérito indefinido (regular + fuertes: fue/hizo/tuvo/estuvo/dijo) + se lo/se la. Parada 5 = Buenos Aires (Mateo, voseo). Kernvalstrikken: indefinido = afgeronde feiten (ayer, en 1919) ≠ perfecto · hizo (z) · fue = ser én ir · le lo → se lo. Docentdeck = oplossing; leerlingdeck (.pptx, F5) = klik onthult.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Kern = §2 indefinido + §3 se lo. Kruisverwijzing: «oefen online — 12 juegos + 100+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de biografiewoorden raden. Koppel persona → logro. Online: memoria de la vida + memoria de oficios.</a:t>
            </a:r>
          </a:p>
          <a:p/>
          <a:p>
            <a:r>
              <a:t>— SOLUCIÓN (docent · presenter view) —</a:t>
            </a:r>
          </a:p>
          <a:p>
            <a:r>
              <a:t>Etapas: nacer → crecer → estudiar → casarse → morir. Logros: ganar, escribir, pintar, componer, descubrir.</a:t>
            </a:r>
          </a:p>
          <a:p>
            <a:r>
              <a:t>Personas: el escritor, la pintora, el cantante, el futbolista, el científico.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indefinido. Toon raíz + uitgang. Online: completa el indefinido (cloze) + indefinido Tetris.</a:t>
            </a:r>
          </a:p>
          <a:p/>
          <a:p>
            <a:r>
              <a:t>— SOLUCIÓN (docent · presenter view) —</a:t>
            </a:r>
          </a:p>
          <a:p>
            <a:r>
              <a:t>Regla: de klemtoon staat op de uitgang: hablé, habló, comí, comió. -er en -ir zijn identiek. Marker: ayer, en 1967.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indefinido (retrieval). Klas roept de vorm vóór de klik. Online: cloze el indefinido.</a:t>
            </a:r>
          </a:p>
          <a:p/>
          <a:p>
            <a:r>
              <a:t>— SOLUCIÓN (docent · presenter view) —</a:t>
            </a:r>
          </a:p>
          <a:p>
            <a:r>
              <a:t>Truc: -ar → é/ó · -er/-ir → í/ió. Klemtoon op de uitgang.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fuertes. Coro vóór de klik. Online: ¿regular o irregular? (classify) + indefinido Tetris.</a:t>
            </a:r>
          </a:p>
          <a:p/>
          <a:p>
            <a:r>
              <a:t>— SOLUCIÓN (docent · presenter view) —</a:t>
            </a:r>
          </a:p>
          <a:p>
            <a:r>
              <a:t>Sin acento: fue · hizo · tuvo · estuvo · dijo · vino · dio · vio.</a:t>
            </a:r>
          </a:p>
          <a:p>
            <a:r>
              <a:t>🔴 hizo (z) · fue = ser én ir (Fue médico / Fue a París).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se lo. Toon le+lo → se lo. Online: completa se lo/se la (cloze) + vervangingsanimatie.</a:t>
            </a:r>
          </a:p>
          <a:p/>
          <a:p>
            <a:r>
              <a:t>— SOLUCIÓN (docent · presenter view) —</a:t>
            </a:r>
          </a:p>
          <a:p>
            <a:r>
              <a:t>Regla: als le/les + lo/la samenkomen → le/les wordt se. Volgorde: se + lo/la + werkwoord. </a:t>
            </a:r>
          </a:p>
          <a:p>
            <a:r>
              <a:t>Bij infinitivo: dárselo = se lo voy a 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se lo (retrieval). Klas roept vóór de klik. Online: cloze se lo/se la.</a:t>
            </a:r>
          </a:p>
          <a:p/>
          <a:p>
            <a:r>
              <a:t>— SOLUCIÓN (docent · presenter view) —</a:t>
            </a:r>
          </a:p>
          <a:p>
            <a:r>
              <a:t>Concordancia OD: el→lo · la→la · los→los · las→las. Altijd «se» als OI vooraan.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(lezen→schrijven, LPD 6). Eerst globaal, dan scannen. Daarna: eigen minibiografie met el indefinido.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het indefinido (nació, ganó…) + datums.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(luisteren→spreken). Lees voor (of TTS); klas raadt. Daarna adivina el personaje in parejas. Online: ¿quién fue? (audio).</a:t>
            </a:r>
          </a:p>
          <a:p/>
          <a:p>
            <a:r>
              <a:t>— SOLUCIÓN (docent · presenter view) —</a:t>
            </a:r>
          </a:p>
          <a:p>
            <a:r>
              <a:t>Modelo-audio (docent/TTS): «Nació en Rosario en 1987. De niño jugó al fútbol. Ganó muchos títulos y fue campeón del Mundo. ¿Quién es?» </a:t>
            </a:r>
          </a:p>
          <a:p>
            <a:r>
              <a:t>Daarna: A beschrijft een figuur, B raadt (info-gap).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conectores. Structuur van een biografie. Online: ordena la biografía (order).</a:t>
            </a:r>
          </a:p>
          <a:p/>
          <a:p>
            <a:r>
              <a:t>— SOLUCIÓN (docent · presenter view) —</a:t>
            </a:r>
          </a:p>
          <a:p>
            <a:r>
              <a:t>Estructura: Érase una vez… Primero nació… Después estudió… Entonces triunfó… Al final murió famoso.</a:t>
            </a:r>
          </a:p>
          <a:p>
            <a:r>
              <a:t>De markers (ayer, en 1919, el año pasado) horen bij het indefinido.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(retrieval). Door elkaar. Online: cloze + indefinido Tetris.</a:t>
            </a:r>
          </a:p>
          <a:p/>
          <a:p>
            <a:r>
              <a:t>— SOLUCIÓN (docent · presenter view) —</a:t>
            </a:r>
          </a:p>
          <a:p>
            <a:r>
              <a:t>Fuertes: fue · hizo · tuvo · estuvo · dijo · vino · dio. Se lo = le/les + 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Rondes met afbouwende steun. Online: recorder (una biografía + mi opinión).</a:t>
            </a:r>
          </a:p>
          <a:p/>
          <a:p>
            <a:r>
              <a:t>— SOLUCIÓN (docent · presenter view) —</a:t>
            </a:r>
          </a:p>
          <a:p>
            <a:r>
              <a:t>Modelo: «Frida Kahlo nació en México en 1907. Tuvo un accidente y empezó a pintar. Pintó autorretratos. Murió en 1954. Creo que fue una artista genial porque cambió el arte.»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(lezen→schrijven, LPD 6). Checklist = zichtbare steun; onthul het model pas na het schrijven. Nakijkfocus: indefinido, fuertes, conectores, opinión. Voedt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personas. Klik onthult. Online: memoria de oficios + señala.</a:t>
            </a:r>
          </a:p>
          <a:p/>
          <a:p>
            <a:r>
              <a:t>— SOLUCIÓN (docent · presenter view) —</a:t>
            </a:r>
          </a:p>
          <a:p>
            <a:r>
              <a:t>Woordfamilie: escribir → escritor · pintar → pintor · cantar → cantante · la ciencia → científico.</a:t>
            </a:r>
          </a:p>
          <a:p>
            <a:r>
              <a:t>Opinión: creo que fue… · lo más importante fue… · admiro a…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Spellingwissels (yo) + conectoren.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enkel bij yo verandert de spelling: busqué, llegué, empecé, saqué, jugué, toqué.</a:t>
            </a:r>
          </a:p>
          <a:p>
            <a:r>
              <a:t>B: érase una vez → primero → después → entonces →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(LPD 5·6). Onthul per kaart. Bruggetje: La Ruta parada 5 = Argentina (★, persona). Online: klik op Argentina op de kaart.</a:t>
            </a:r>
          </a:p>
          <a:p/>
          <a:p>
            <a:r>
              <a:t>— SOLUCIÓN (docent · presenter view) —</a:t>
            </a:r>
          </a:p>
          <a:p>
            <a:r>
              <a:t>Voseo (Mateo): «¿de dónde sos?» «vos tenés razón». Rasgo típico del Río de la Plata. Actividad: ¿a quién admiras?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eindtaak, LPD 6). Beoordeel met de rúbrica; opname op de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indefinido regular · fuertes · se lo · conectores · ortografía yo.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(12 spellen). Bruggetje: U6 «Cuando era pequeño» — el imperfecto + contrast (Cusco, Nina).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1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7362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BUENOS AIRES 🇦🇷 · ÉRASE UNA VEZ 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Bricolage Grotesque"/>
              </a:rPr>
              <a:t>Érase una vez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Biografías y relatos: el pretérito indefinido (fue, hizo) · se lo/se 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¿A qué persona famosa admiras?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Welke beroemde persoon bewonder je?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5: Buenos Aires (Mateo · voseo)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3" name="Picture 12" descr="va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5" name="Picture 14" descr="n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7" name="Picture 16" descr="mat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Mateo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BsAs 🇦🇷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«Una biografía»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Biografía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 logros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Indefinido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regular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Fuertes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fue · hizo · tuvo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Se lo / se 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OD + OI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Contar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una historia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una vida de película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figuras hispanas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Biografía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vida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Biografía y logros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een leven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nacer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geboren worden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 1927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crecer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opgroeien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 un pueblo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casarse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trouwen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joven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morir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sterven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 1954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ganar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winnen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un premio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escribir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schrijven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novelas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escritor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schrijver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pintor, el cantante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famoso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beroemd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un icono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Woordfamilie: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escribir → el escritor · pintar → el pintor · cantar → el cantante. Het beroep zit in de actie.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Etapas: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nacer → crecer → estudiar → casarse → morir. Logros: ganar, escribir, pintar, componer, descubrir.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Personas: el escritor, la pintora, el cantante, el futbolista, el científico.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pretérito indefinido (regular)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-ar → é/aste/ó… · -er/-ir → í/iste/ió… voor afgeronde feiten.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563EB"/>
                </a:solidFill>
                <a:latin typeface="Bricolage Grotesque"/>
              </a:rPr>
              <a:t>García Márquez </a:t>
            </a:r>
            <a:r>
              <a:rPr sz="2000" b="1" i="0">
                <a:solidFill>
                  <a:srgbClr val="EA7317"/>
                </a:solidFill>
                <a:latin typeface="Bricolage Grotesque"/>
              </a:rPr>
              <a:t>escribió </a:t>
            </a:r>
            <a:r>
              <a:rPr sz="2000" b="1" i="0">
                <a:solidFill>
                  <a:srgbClr val="B4309A"/>
                </a:solidFill>
                <a:latin typeface="Bricolage Grotesque"/>
              </a:rPr>
              <a:t>novelas </a:t>
            </a:r>
            <a:r>
              <a:rPr sz="2000" b="1" i="0">
                <a:solidFill>
                  <a:srgbClr val="7C3AED"/>
                </a:solidFill>
                <a:latin typeface="Bricolage Grotesque"/>
              </a:rPr>
              <a:t>en 1967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terminaciones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yo -é / -í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hablé / comí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tú -aste / -iste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hablaste / comiste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él -ó / -ió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habló / comió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nos. -amos / -imos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hablamos / comimos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vos. -asteis / -isteis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hablasteis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ellos -aron / -ieron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hablaron / comieron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klemtoon staat op de uitgang: hablé, habló, comí, comió. -er en -ir zijn identiek. Marker: ayer, en 1967.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indefinido?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(Él) ___ (nacer) en 1927.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nació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(Ella) ___ (pintar).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pintó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Messi ___ (ganar).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ganó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(estudiar).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estudié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(comer).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comimos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¿(Tú) ___ (viajar)?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viajaste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é/ó · -er/-ir → í/ió. Klemtoon op de uitgang.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pretéritos fuertes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verbo → de él-vorm. Uit het hoofd leren.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ser /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fue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hizo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tener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tuvo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estuvo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decir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dijo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venir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Sin acento: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fue · hizo · tuvo · estuvo · dijo · vino · dio · vio.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hizo (z) · fue = ser én ir (Fue médico / Fue a París).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juntos — se lo / se 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le/les + lo/la → se lo/se la. Twee voornaamwoorden na elkaar.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Di el libro </a:t>
            </a:r>
            <a:r>
              <a:rPr sz="1600" b="1" i="0">
                <a:solidFill>
                  <a:srgbClr val="64748B"/>
                </a:solidFill>
                <a:latin typeface="Inter"/>
              </a:rPr>
              <a:t>a Mateo </a:t>
            </a:r>
            <a:r>
              <a:rPr sz="1600" b="0" i="0">
                <a:solidFill>
                  <a:srgbClr val="6A6E78"/>
                </a:solidFill>
                <a:latin typeface="Inter"/>
              </a:rPr>
              <a:t>→ </a:t>
            </a:r>
            <a:r>
              <a:rPr sz="1600" b="0" i="0">
                <a:solidFill>
                  <a:srgbClr val="64748B"/>
                </a:solidFill>
                <a:latin typeface="Inter"/>
              </a:rPr>
              <a:t>Le </a:t>
            </a:r>
            <a:r>
              <a:rPr sz="1600" b="0" i="0">
                <a:solidFill>
                  <a:srgbClr val="B4309A"/>
                </a:solidFill>
                <a:latin typeface="Inter"/>
              </a:rPr>
              <a:t>lo </a:t>
            </a:r>
            <a:r>
              <a:rPr sz="1600" b="0" i="0">
                <a:solidFill>
                  <a:srgbClr val="6A6E78"/>
                </a:solidFill>
                <a:latin typeface="Inter"/>
              </a:rPr>
              <a:t>di →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Se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lo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88036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880360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8036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575304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57530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575304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7530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3434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als le/les + lo/la samenkomen → le/les wordt se. Volgorde: se + lo/la + werkwoord.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Bij infinitivo: dárselo = se lo voy a dar.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2153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¿se lo, se la, se los o se 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pregunta → de respuesta.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¿El libro a Mateo?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 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 carta a Nina?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 mandé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¿Los discos a Diego?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los presté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¿Las fotos a Valen?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las enseñé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¿El secreto a ella?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 conté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 noticia a él?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 dije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Concordancia OD: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el→lo · la→la · los→los · las→las. Altijd «se» als OI vooraan.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vidas — «Una vida de película»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«Frida Kahlo nació en México en 1907. Tuvo un accidente y empezó a pintar. Pintó autorretratos, se casó con Diego Rivera y fue una artista única. Murió en 1954.»</a:t>
            </a:r>
          </a:p>
        </p:txBody>
      </p:sp>
      <p:pic>
        <p:nvPicPr>
          <p:cNvPr id="12" name="Picture 11" descr="ma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«Lionel Messi nació en Rosario en 1987. Jugó en un equipo local, se mudó a Barcelona, ganó muchos títulos y en 2022 fue campeón del Mundo. Hizo historia.»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¿Cuándo nació Frida?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1907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¿Con quién se casó?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Con Diego Rivera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nació Messi?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Rosario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ganó en 2022?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Mundial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het indefinido (nació, ganó…) + datums.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fue…?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de minibiografie.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¿Dónde nació?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En Rosario, 1987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hizo de joven?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Jugó al fútbol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logró?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Ganó el Mundial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¿Quién 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¡Messi!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«Nació en Rosario en 1987. De niño jugó al fútbol. Ganó muchos títulos y fue campeón del Mundo. ¿Quién es?»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beschrijft een figuur, B raadt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Marcadores y conectores del relato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betekenis. Ordena la historia.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gisteren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in 1919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 1919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vorig jaar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el año pasado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 repente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er was eens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érase una 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eerst / daarna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primero / después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toen / dus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entonces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uiteindelijk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al final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Estructura: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Érase una vez… Primero nació… Después estudió… Entonces triunfó… Al final murió famoso.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 markers (ayer, en 1919, el año pasado) horen bij het indefinido.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Indefinido + fuertes + se 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hizo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ser/ir → 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fue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tener → 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tuve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escribir → él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escribió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¿El libro a él? ___ 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¿Las fotos a ella? ___ mandé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Fuertes: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fue · hizo · tuvo · estuvo · dijo · vino · dio. Se lo = le/les + lo.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Cuenta una biografía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¿Dónde/cuándo?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Nació en… en (año)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De joven…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Estudió / jugó…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logró?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Ganó / escribió…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¿Y después?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Después…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Al final…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Murió en…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Creo que fue…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502859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una biografía / mi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«Frida Kahlo nació en México en 1907. Tuvo un accidente y empezó a pintar. Pintó autorretratos. Murió en 1954. Creo que fue una artista genial porque cambió el arte.»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Una biografía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een biografie.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biografía: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datos (nació en… en año)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3–4 hechos (estudió, escribió, ganó…)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2 formas fuertes (fue, hizo…)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conectores (primero, después, al final)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 fue…)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frases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«García Márquez nació en Colombia en 1927. Primero estudió periodismo. Después escribió «Cien años de soledad» y ganó el Nobel. Al final murió en 2014. Creo que fue un genio porque creó el realismo mágico.»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Personas y logros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escritor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schrijver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pintora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schilderes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cantante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zanger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futbolista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voetballer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científico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wetenschapper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líder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leider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premio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prijs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éxito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succes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leyenda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legende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personaje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personage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famoso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beroemd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increíble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ongelooflijk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Woordfamilie: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escribir → escritor · pintar → pintor · cantar → cantante · la ciencia → científico.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Opinión: creo que fue… · lo más importante fue… · admiro a…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Ortografía (yo)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volgorde.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c→qu / g→gu / z→c (yo)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buscar → 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busqué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llegar → yo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llegué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empezar → yo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9816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empecé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jugar → yo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jugué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 del relato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érase una vez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er was eens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primero / después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eerst / daarna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entonces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toen / dus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 final / por 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uiteindelijk / daarom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enkel bij yo verandert de spelling: busqué, llegué, empecé, saqué, jugué, toqué.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érase una vez → primero → después → entonces → al final.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5: BUENOS 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Figuras del mundo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Gardel, Messi, Frida y García Márquez.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🎵 Carlos Gardel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legende van de tango. Hij groeide op in Buenos Aires en werd de stem van het genre. «Gardel cada día canta mejor».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Mateo's stad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⚽ Messi y Maradona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Twee argentijnse voetbalgoden. Maradona maakte in 1986 het «gol del siglo»; Messi werd in 2022 wereldkampioen. Hicieron historia.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orgullo argentino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🎨 Frida &amp; García Márquez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Frida Kahlo (México) schilderde autorretratos; García Márquez (Colombia) won de Nobelprijs met het «realismo mágico».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iconos hispanos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Voseo (Mateo):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«¿de dónde sos?» «vos tenés razón». Rasgo típico del Río de la Plata. Actividad: ¿a quién admiras?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📖 Tarea final · Una biografía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la vida de una persona con el indefinido, conectores y una opinión.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Empieza con los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«Nació en… en (año). Creció en…»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Cuenta 3–4 hechos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«Estudió…, escribió…, ganó…, hizo…»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Usa conectores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primero · después · entonces · al final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 fue…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indefinido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2 fuertes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conectores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een leven delen · situatie een biografie · resultaat: biografía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escribir → 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escribió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hizo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ser/ir → él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fue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tener → yo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tuve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¿El libro a él? 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se 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¿Las fotos a ella? 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se 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«uiteindelijk»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al final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buscar → 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busqué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indefinido regular · fuertes · se lo · conectores · ortografía yo.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Indefinido regular: -ar → é/aste/ó/amos/asteis/aron · -er/-ir → í/iste/ió/imos/isteis/ieron.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Fuertes: ser/ir → fue · hacer → hizo · tener → tuvo · estar → estuvo · decir → dijo · venir → vino · dar → 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Se lo/se la: le/les + lo/la → se lo/se la. «¿El libro? Se lo di».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Marcadores: ayer · el año pasado · en 1919 · de repente. Conectoren: primero, después, al final.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hizo (z) · fue = ser én ir · le lo → se lo · yo: busqué/llegué/empecé.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biografieën praten (oficios/logros)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indefinido vormen (regelmatig)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sterke vormen gebruiken (fue, hizo…)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 lo / se la gebruiken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verhaal vertellen met conectoren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U5 «Érase una vez»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biografía 6' · indefinido regular 12' · fuertes 6' · se lo 10' · contar/escucha 8'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indefinido = afgeronde feiten (ayer, en 1919) ≠ perfecto (hoy) · hizo met z · fue = ser én ir · le lo → se lo (concordancia OD) · yo-spelling: busqué/llegué/empecé.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Sterker: volledige biografie + 3 fuertes + se lo + una opinión con porque. Zwakker: indefinido-tabel + fuertes-lijst langer open, frames houden; se lo met vaste vraag-antwoord-paren.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12 spellen + flip cards + gramática interactiva (indefinido · fuertes · se lo) + recorder (una biografía · mi opinión) + Lectura (Frida/Messi) + klikbare kaart (Argentina ★, persona) op de página digital. QR's → juiste anker.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«Una biografía» met rúbrica (4 criteria). LPD (III-Spa-d): biografía 7 · indefinido/se lo 8 · vertellen 3 · interactie 4 · literatuur (biografía/leyenda) 6 · lezen 1·2·5 · cultuur 5. Nieuwe cast: Mateo (voseo).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