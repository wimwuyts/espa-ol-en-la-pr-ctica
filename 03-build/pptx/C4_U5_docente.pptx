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één ding → es (esto es un sofá), meer dingen → son (esto son mis llaves). hay is invariabel (hay / no hay / ¿hay…? / sí que hay). Meervoud van de functie: que sirven para. Géén volledig werkwoordsysteem — enkel deze vaste vormen herkennen &amp; gebruiken (dat blijft C5). Oplossing: es · son · hay.</a:t>
            </a:r>
          </a:p>
          <a:p/>
          <a:p>
            <a:r>
              <a:t>— SOLUCIÓN (docent · presenter view) —</a:t>
            </a:r>
          </a:p>
          <a:p>
            <a:r>
              <a:t>es · son · hay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duo). Klik daarna de oplossing open. Let op: één ding → es (esto es un sofá), meer dingen → son (esto son mis llaves); sirve para + hele werkwoord (descansar); hay is invariabel (¿hay…? · sí que hay). Oplossing: es · un · Sirve · son · Hay.</a:t>
            </a:r>
          </a:p>
          <a:p/>
          <a:p>
            <a:r>
              <a:t>— SOLUCIÓN (docent · presenter view) —</a:t>
            </a:r>
          </a:p>
          <a:p>
            <a:r>
              <a:t>1. es</a:t>
            </a:r>
          </a:p>
          <a:p>
            <a:r>
              <a:t>2. un</a:t>
            </a:r>
          </a:p>
          <a:p>
            <a:r>
              <a:t>3. Sirve</a:t>
            </a:r>
          </a:p>
          <a:p>
            <a:r>
              <a:t>4. son</a:t>
            </a:r>
          </a:p>
          <a:p>
            <a:r>
              <a:t>5. Hay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l4Ci-M4wdYA" TargetMode="External"/><Relationship Id="rId4" Type="http://schemas.microsoft.com/office/2007/relationships/media" Target="https://www.youtube.com/embed/l4Ci-M4wdY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Objetos cotidianos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¿Qué es esto?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Esto es un sofá.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Voorwerpen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benoemen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zeggen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waarvoor ze dienen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(un/una · hay · sirve para).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identificar objetos y decir para qué sirven.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Identificar objetos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¿qué es esto? · esto es un/una…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Usar un / una · el / la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un libro (♂) · una mesa (♀)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hay y para qué sirve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hay un vaso que sirve para beber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r · rr · la tilde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objetos · identificar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un/una · hay · sirve para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identifica un objeto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objetos del mundo hispano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Diccionario de la clase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Wijs een voorwerp aan, zeg wat het is en waarvoor het dient. Durf raden —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Julio toont María su casa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Esto son mis llaves, que sirven para abrir la puerta.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esto son dos botellas de vino.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¿Qué es esto?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Esto es un sofá, que sirve para descansar.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eso es una televisión. Y un vaso que sirve para beber.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Ahí está la cocina, y ahí está el cuarto de baño.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ordenador, ¿hay un ordenador?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No, no hay… Perdóname, sí que hay un ordenador.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es esto? · esto es un/una…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esto son… · un libro / una mesa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que sirve para + infinitivo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hay · no hay · ¿hay…? · sí que hay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5 — klik om af te spelen</a:t>
            </a:r>
          </a:p>
        </p:txBody>
      </p:sp>
      <p:pic>
        <p:nvPicPr>
          <p:cNvPr id="29" name="Picture 28" descr="video_poster_U5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r suave · la rr fuerte · la tilde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zachte r, de rollende rr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r suave · tussen klinkers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pero · cara · para · ahora · mira · hora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Tussen klinkers is de r zacht — één tikje van de tong.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rr fuerte · rollende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perro · rojo · guitarra · rosa · arriba · ratón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De rr (en de r aan het begin) is sterk, rollend.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pe</a:t>
            </a:r>
            <a:r>
              <a:rPr sz="1300" b="1" i="0">
                <a:solidFill>
                  <a:srgbClr val="A8323B"/>
                </a:solidFill>
                <a:latin typeface="Inter"/>
              </a:rPr>
              <a:t>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 (maar) ≠ pe</a:t>
            </a:r>
            <a:r>
              <a:rPr sz="1300" b="1" i="0">
                <a:solidFill>
                  <a:srgbClr val="A8323B"/>
                </a:solidFill>
                <a:latin typeface="Inter"/>
              </a:rPr>
              <a:t>rr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 (hond) · ca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 (duur) ≠ ca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rr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 (kar). De dubbele r verandert de betekenis!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tilde · waarom een accent? — het staat op de sterkste lettergreep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so·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FÁ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te·le·vi·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SIÓN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MÚ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·si·ca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Objetos e identificar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voorwerpen &amp; ze benoemen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Objetos de la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libro · el cuaderno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boek · schrift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boli · el lápiz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pen · potlood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mochila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rugzak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mesa · la silla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tafel · stoel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móvil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gsm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Objetos de casa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sofá · la televisión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bank · 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ventana · la puerta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raam · deur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ordenador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computer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las llaves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sleutels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vaso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glas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Identificar · ¿qué es esto?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¿Qué es esto?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is dit?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Esto es un/una…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is een…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Esto son…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dit zijn…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un libro · una mesa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boek (♂) · tafel (♀)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/ 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(♂ / 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¿Para qué sirve? · ¿Qué hay?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Waarvoor het dient &amp; wat er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¿Para qué sirve? · la función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¿Para qué sirve?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waarvoor dient het?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Sirve para + inf.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dient om te…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para abrir · beber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openen · drinken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para descansar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rusten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para estudiar · mirar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studeren · kijken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¿Qué hay? · la existencia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¿Hay…?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is/zijn er…?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Hay un/una…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er is een…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No hay…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er is geen…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Sí que hay…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jawel, er is…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aquí · ahí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hier · daar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hay verandert nooit · sirve para + hele werkwoord (beber, no bebo).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es esto? · es / son · hay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Iets benoemen, es↔son &amp; hay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es (één) · son (meer) · … que sirve para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es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één ding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Esto es un sofá.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son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meer dingen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Esto son mis llaves.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sirve para 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waarvoor?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…que sirve para descansar.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hay — er is / er zijn · ejemplos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un ordenador?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15768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televisión.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99816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Sí que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hay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un ordenador.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461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hay verandert nooit — voor één én voor meer.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Esto ___ un sofá.  Esto ___ mis llaves.  ¿___ un ordenador?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 · son · hay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/ una · el / la — género ♂/♀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Elk voorwerp is ♂ of ♀ — un/una en el/la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masculino — meestal -o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un libro · un vaso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Inter"/>
              </a:rPr>
              <a:t>el boli · el ordenador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femenino — meestal -a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una mesa · una silla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Inter"/>
              </a:rPr>
              <a:t>la ventana · la mochila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un/una = een  ·  el/la = de  ·  las excepciones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Onbepaald: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un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libro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una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mesa. Bepaald: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el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boli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la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ventana.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uitzonderingen leer je er gewoon bij: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el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sofá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la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televisión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el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día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la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mano.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¿Qué es esto?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Esto ___ ___ sofá. ___ para descansar.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esto? — Esto ___ mis llaves.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¿___ un ordenador? — Sí, sí que hay.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un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Sirve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son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Hay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Identifica un objeto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Wijs een voorwerp aan, benoem het &amp; zeg waarvoor het dient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Esto es un boli,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que sirve para escribir.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Esto son mis llaves,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que sirven para abrir la puerta.»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voorwerp (klas of thuis).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Identifica: «Esto es un/una… (♂/♀)».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Función: «que sirve para + werkwoord».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aanwijzen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Objetos del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Typische voorwerpen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Antología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Camisa Negra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Los Ángeles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Luis Fonsi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Despacito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TKN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🎸 Objetos típicos del mundo hispano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(la guitarra española · el mate argentino · la piñata mexicana · la hamaca del Caribe). La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Diccionario de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Teken &amp; benoem 5 voorwerpen + hun functie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DICCIONARIO · noteer je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✏️ Esto es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(un/una) ____.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🔧 Sirve para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(abrir · beber…).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📕 Esto es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____. Sirve para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Elige 5 objetos (klas of thuis).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Dibuja e identifica: «Esto es un/una…»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¿Para qué sirve? «Sirve para + werkwoord».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Preséntalo a la clase — zónder af te lezen.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5 voorwerpen benoemt met «esto es un/una…» (juiste ♂/♀) en per voorwerp «sirve para + werkwoord» zegt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12 / 12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4650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35911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4650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035911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53640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53593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825343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53640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53593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825343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43072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325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614775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243072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325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614775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32504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1480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404207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32504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411480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404207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21936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90423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193639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21936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90423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5193639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11368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69366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983071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611368"/>
            <a:ext cx="5394960" cy="64312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569366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5983071"/>
            <a:ext cx="4992624" cy="32156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benoem je een voorwerp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¿Qué es esto? — Esto es un/una ___. Esto son ___.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-o = ♂ (un libro · el boli) · -a = ♀ (una mesa · la silla)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er is &amp; waarvoor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hay · no hay · ¿hay…? · sí que hay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… que sirve para + werkwoord (abrir · beber…)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(één) · son (meer) · hay verandert nooit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een voorwerp benoemen (esto es un/una…)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un/una en el/la juist kiezen (♂/♀)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6484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hay / no hay / sí que hay gebruiken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0682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zeggen waarvoor iets dient (sirve para…)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0292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diccionario de la clase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5 «Objetos cotidianos»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Les 1: Escucha (sitcom ep. 5 · id l4Ci-M4wdYA, Julio toont María su casa) + Suena bien (r suave · rr fuerte · la tilde) + Kit (objetos de la clase/casa · identificar · para qué sirve). Les 2: gramática functioneel (un/una · el/la género ♂/♀ · esto es/son · hay · sirve para + inf.), hablar «identifica un objeto», tarea «Diccionario de la clase» + cultura.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Chunks komen auditief binnen (luisteren → naspreken). Género (un/una · el/la), identificar (esto es/son), hay en sirve para enkel functioneel (vaste vormen, herkennen &amp; gebruiken), géén volledig genus-/lidwoordsysteem en géén werkwoordsvervoeging — dat is C5. Minimale paren pero/perro · caro/carro (r ↔ rr). Kernvalstrik: hay verandert nooit; sirve para + hele werkwoord (beber, niet bebo); uitzonderingen el sofá · la televisión er gewoon bij leren. Doelcodes: C4-WS-1 · C4-SP-1/2 · C4-MEC-1/2 · C4-STR-1 · C4-CU-1.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Mondelinge mini-taak («Diccionario de la clase»: 5 voorwerpen identificeren met un/una + functie geven met sirve para + infinitivo) + herkennen objeto/función. Geen leerplan → focus op «kunnen gebruiken in de praktijk». Rubric: identificar correct · sirve para + infinitivo correct · uitspraak &amp; durf.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OBJETOS COTIDIANOS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