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CHILE 🇨🇱 · DE VIAJE ✈️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De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Recente ervaringen: el perfecto (haber + participio) · por/para.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¿Has viajado alguna vez a un país hispano?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Ben je ooit naar een Spaanstalig land gereisd?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4: Chile, el gran viaje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mejor viaje»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Transporte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alojamiento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perfecto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haber + participio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Participios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irregulares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Por / para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doel ↔ middel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Experiencias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ya · nunca · alguna vez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viaje inolvidable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gran viaje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✈️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viaje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Transporte y alojamiento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reis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avión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vliegtuig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avión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tren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trein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estación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billete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ticket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 ida y vuelta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koffer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hacer la maleta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hotel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hotel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reserva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habitación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llave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sleutel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recepción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playa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montaña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avión, el tren, el billete, el hotel (m) · la maleta, la reserva, la llave, la playa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Collocaties: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comprar un billete · hacer la maleta · reservar una habitación · sacar fotos · coger el tren.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middel = por avión / por tren.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perfecto compuesto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haber (he/has/ha…) + participio (-ado/-ido). «wat je gedaan hebt».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he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viajado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a Chile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conjugación de haber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yo 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he viajado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tú 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has comido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él/ella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 salido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nosotros hemos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hemos visto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vosotros habéis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habéis reservado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ellos han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han llegado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haber (verandert) + participio (-ado/-ido, blijft gelijk). 🔴 haber ≠ tener: he comido, niet «tengo comido».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perfecto?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(viajar) a Chile.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viajado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¿(Tú) ___ (comer)?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has comido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(visitar) el museo.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hemos visitado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avión ___ (llegar).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 llegado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Mis amigos ___ (reservar).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han reservado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(dormir) mal.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dormido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he/has/ha/hemos/habéis/han + participio (-ado/-ido). Het participio verandert niet.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participios irregulares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verbo → het participio. Uit het hoofd leren.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decir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poner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escribir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escrito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abrir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abierto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romper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roto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Los 8 clásicos: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hecho · visto · dicho · vuelto · puesto · escrito · abierto · roto.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acentos: leer → leído, oír → oído (i na klinker).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Por y para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para = doel/bestemming · por = middel/duur/reden.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Salgo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para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Chile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Viajo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por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avión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Chile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inf. (doel)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descansar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persona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ti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medio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avión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duración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dos días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causa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el mal tiempo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para = doel/bestemming/«om te» · por = middel/duur/reden/doorheen. Viajo por avión para visitar Chile.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o para?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optie.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Salgo ___ Chile.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Viajo ___ avión.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Estudio ___ aprobar.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quedo ___ dos días.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___ 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Paseo ___ la playa.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para = doel/bestemming · por = middel/duur/reden. Bij twijfel: «waarheen/waarvoor» = para.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viajes — «Un viaje inolvidable»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«Este año he viajado a Chile. Hemos estado en el desierto de Atacama y he visto un cielo lleno de estrellas. Lo mejor ha sido el paisaje. Todavía no he estado en Rapa Nui.»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«He vuelto de un viaje por Europa. He probado la paella en València, he hecho muchas fotos y he escrito un diario. Lo peor ha sido el vuelo, muy largo.»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¿Adónde ha viajado Nina?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Chile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¿Ya ha estado en Rapa Nui?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Todavía 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 probado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paella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 sido lo peor (Diego)?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vuelo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perfecto (he/ha…) + lo mejor/lo peor.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tal el viaje?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verhaal.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¿Adónde?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 ido a Chile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 ha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El desierto, las estrellas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 ha hecho?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 sacado fotos, ha subido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¿Lo mejor?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El paisaje, inolvidable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«He viajado a Chile. He visto el desierto y he sacado muchas fotos. Lo mejor ha sido el paisaje.»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vertelt zijn reis, B stelt vragen (perfecto).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marcadores del 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betekenis. ya · todavía no · nunca · alguna vez.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al (gedaan)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nog niet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todavía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nunca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ooit?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¿… alguna vez?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dit jaar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este año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deze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esta semana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vandaag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hoy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 laatste tijd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últimamente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Chunks: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¿Has estado alguna vez en…? — Sí, una vez. / No, nunca. / Todavía no.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Deze markers horen bij het perfecto (recente/onbepaalde tijd).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Perfecto + participios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Let op de onregelmatige.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(hacer) las maletas.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¿(Tú) ___ (ver) el mar?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has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___ (volver).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hemos vuelto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(escribir) una postal.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escrito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Han ___ (abrir) el museo.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abierto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¿Has estado ___ vez en Perú?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alguna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Irregulares: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hecho · visto · dicho · vuelto · puesto · escrito · abierto · roto.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Habla de un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¿Adónde?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viajado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¿Cómo? (por)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Por avión/tren…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visto…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hecho?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hecho / probado…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¿Lo mejor?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Lo mejor ha sido…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Argumento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08223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viaje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«He viajado a Chile por avión. He visto el desierto y he sacado muchas fotos. Lo mejor ha sido el paisaje porque es impresionante.»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mejor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reisblog.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blog de viaje: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adónde has viajado (+ por)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experiencias (he visto/hecho…)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participios irregulares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por/para correct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(lo mejor ha sido…)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«Este año he viajado a Chile por avión para descansar. He estado en Atacama y he visto las estrellas. He hecho muchas fotos. Lo mejor ha sido el paisaje. ¡Ha sido inolvidable!»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Experiencias y lugares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estado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ben geweest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visto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heb gezien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probado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heb geproefd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playa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strand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montaña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berg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desierto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woestijn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paisaje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landschap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impresionante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indrukwekkend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inolvidable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onvergetelijk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lo mejor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beste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lo peor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ergste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ya / todavía 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al / nog niet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Opinión: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Lo mejor ha sido… · Lo peor ha sido… · Ha sido impresionante/inolvidable.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Experiencias: he estado/visto/hecho/probado + ya/todavía no/nunca/alguna vez.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 muda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la h muda (klinkt niet)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___e comido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 comido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___otel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hotel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___acer → ___echo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hacer → hecho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___abitación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habitación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cuenta tu viaje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eerst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luego / después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tarde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ten slotte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h wordt geschreven maar niet uitgesproken: he, has, hotel, hacer → hecho. 🔴 nooit «e comido».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primero → luego/después → más tarde → al final (om je reis te vertellen).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4: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gran viaje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Atacama, el Camino y Rapa Nui.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🏜️ El desierto de Atacama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Chile ligt de droogste woestijn ter wereld. 's Nachts zie je er de helderste sterrenhemel — grote sterrenwachten.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Nina ha estado allí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🥾 El Camino de Santiago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lopen pelgrims al eeuwen de Camino naar Santiago. «He hecho el Camino» is een klassiek reisverhaal — honderden km te voet.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clásico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🗿 Rapa Nui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Isla de Pascua (Chile), midden in de Stille Oceaan, is beroemd om de moáis: reusachtige stenen beelden. Zeer afgelegen.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todavía no…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¿adónde has viajado o quieres viajar? Cuenta con el perfecto (he estado…) o «todavía no».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✈️ Tarea final · Mi mejor viaje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blog sobre un viaje con el perfecto, por/para y una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 adónde has viajado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«He viajado a… por avión/tren»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3–4 experiencias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«He visto…, he probado…, he hecho…»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Usa por/para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«para descansar», «por una semana»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«Lo mejor ha sido…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perfecto (haber+part.)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2 irregulares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por/para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reis delen · situatie een blog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heb gereisd»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 viajado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participio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hecho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ver → participio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visto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Salgo ___ Chile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Viajo ___ avión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«nog niet» =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todavía 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volver → participio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vuelto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viaje ___ sido genial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perfecto · participios irregulares · por/para · marcadores.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Perfecto: haber (he/has/ha/hemos/habéis/han) + participio (-ado/-ido). He viajado.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Participios irregulares: hecho · visto · dicho · vuelto · puesto · escrito · abierto · roto.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hoy · esta semana · este año · ya · todavía no · nunca · alguna vez.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Para = doel/bestemming/«om te» · Por = middel/duur/reden/doorheen.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haber ≠ tener · vergeet de h niet (he, has) · hecho/visto (irreg.) · por ≠ para.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transport en verblijf praten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perfecto vormen (haber + participio)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onregelmatige participios gebruiken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en para onderscheiden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reis vertellen met een mini-mening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