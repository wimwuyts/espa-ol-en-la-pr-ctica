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regateo — ⚖️ onderhandeling &amp; dilemma</a:t>
            </a:r>
          </a:p>
          <a:p>
            <a:r>
              <a:t>OPDRACHT: Onderhandel tot jullie een deal hebben. Ieder heeft een geheime grens.</a:t>
            </a:r>
          </a:p>
          <a:p>
            <a:r>
              <a:t>DE REGEL: De verkoper mag niet onder zijn bodemprijs, de koper niet boven zijn budget. En elk nieuw bod moet met een reden komen — een getal alleen telt niet.</a:t>
            </a:r>
          </a:p>
          <a:p>
            <a:r>
              <a:t>VERLOOP: Coge tu tarjeta: precio mínimo o presupuesto. | El vendedor empieza. Siempre alto. | Regatead con razones, no solo con números. | ¿No hay trato? También es un resultado.</a:t>
            </a:r>
          </a:p>
          <a:p>
            <a:r>
              <a:t>SLEUTEL: Getallen zijn (vraagprijs, bodemprijs) in peso's. Een deal ligt altijd tussen de bodemprijs en het budget van de koper.  ||  De pronomina zitten in de formules: «se lo dejo en…», «me lo llevo». Wijs erop dat onderhandelen in het Spaans bijna niet kan zonder.  ||  «No puedo bajar más» is het sluitstuk: wie het te vroeg zegt, verliest zijn ruimte.</a:t>
            </a:r>
          </a:p>
          <a:p>
            <a:r>
              <a:t>NOTA: Afdingen is op Mexicaanse markten gebruikelijk in ambachtelijke kramen, niet in winkels met vaste prijzen. Zeg dat erbij, anders leren leerlingen het verkeerd.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Devolución imposible — 🎭 simulatie met beperking</a:t>
            </a:r>
          </a:p>
          <a:p>
            <a:r>
              <a:t>OPDRACHT: Krijg de ruil rond. De verkoper heeft drie weigeringen en jij drie argumenten.</a:t>
            </a:r>
          </a:p>
          <a:p>
            <a:r>
              <a:t>DE REGEL: Je mag elk argument maar één keer gebruiken. Op wie in herhaling valt, hoeft de verkoper niet meer te antwoorden.</a:t>
            </a:r>
          </a:p>
          <a:p>
            <a:r>
              <a:t>VERLOOP: El cliente explica el problema. | El vendedor dice que no. Primera negativa. | El cliente usa su siguiente argumento. | ¿Cambio, vale de tienda o nada?</a:t>
            </a:r>
          </a:p>
          <a:p>
            <a:r>
              <a:t>SLEUTEL: Het sterkste argument is het derde: wie alleen een andere maat vraagt, ontwijkt het hele bonverhaal. Laat leerlingen dat zelf ontdekken.  ||  Alle drie de weigeringen en alle drie de argumenten bevatten een pronomen — dat is geen toeval maar het doel van de unit.  ||  «Vale para la tienda» is de realistische uitkomst en een prima compromis.</a:t>
            </a:r>
          </a:p>
          <a:p>
            <a:r>
              <a:t>NOTA: Wissel de rollen halverwege. De verkoperrol oefent meer dan de klantrol, omdat die moet reageren op wat er komt.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El cliente imposible — 🎭 simulatie met beperking</a:t>
            </a:r>
          </a:p>
          <a:p>
            <a:r>
              <a:t>OPDRACHT: Speel je type zonder het te zeggen. De verkoper raadt op het einde.</a:t>
            </a:r>
          </a:p>
          <a:p>
            <a:r>
              <a:t>DE REGEL: Je mag je type niet benoemen en niet overdrijven tot karikatuur. Het moet uit je vragen en je reacties blijken.</a:t>
            </a:r>
          </a:p>
          <a:p>
            <a:r>
              <a:t>VERLOOP: Coge tu tarjeta de tipo. En secreto. | Comprad algo. Cinco turnos como máximo. | El vendedor dice qué tipo cree que eres. | ¿Acierta? Cambiad de papel.</a:t>
            </a:r>
          </a:p>
          <a:p>
            <a:r>
              <a:t>SLEUTEL: «El que va a regalar» is het makkelijkst te raden (die vraagt naar andermans maat), «el desconfiado» het moeilijkst.  ||  De verkoper oefent hier het meest: die moet vijf beurten lang blijven aanbieden met pronomina.  ||  Overdrijven bederft het spel én de taal: wie karikaturaal speelt, hoeft geen zinnen meer te bouwen.</a:t>
            </a:r>
          </a:p>
          <a:p>
            <a:r>
              <a:t>NOTA: Vijf beurten is genoeg. Langer en de klant valt uit zijn rol.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6 · MÉXICO · LOS MERCADOS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De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La ropa y los colores: lo/la/los/las, acabar de, este/ese/aquel y la concordancia — de compras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vas a comprar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kopen?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«Abre tu tienda»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lo/la/los/las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la compro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Acabar de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net iets gedaan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este/ese/aquel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Concordancia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roja de rayas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¡rebajas! + reseña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compras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rebajas · regateo · tianguis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🛍️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tu tienda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escaparate + diálogo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ropa y los complementos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kast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camiseta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T-shirt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👕 arriba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pantalones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broek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👖 abajo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vestido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falda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 abajo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zapatos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schoenen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👞 calzado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zapatillas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sportschoenen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gorra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🧢 complemento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bolso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handtas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Colores: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rojo/roja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azul · gris · verde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patrón: de rayas · de cuadros · de lunares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Concordancia: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camiseta rojA · zapatos rojOS · vestido rojO · botas rojAS.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Kleuren op -o veranderen; azul/gris/verde/marrón niet (enkel meervoud +s/+es).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/ la / los / las — vervang de prenda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pronomen. Het staat vóór het vervoegde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¿La camisa?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— Sí,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compro.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  ¿Los zapatos? —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Los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quiero.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pronombre?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ev. (el jersey)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ev. (la falda)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mv. (los zapatos)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mv. (las botas)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vóór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el ww: la compro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achter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 infinitief: comprarla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vervangt de prenda en staat vóór het vervoegde ww (la compro) of vast achter de infinitief (comprarla).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het juiste pronomen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jersey? → ___ compro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zapatos? → ___ compro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botas? → ___ compro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abrigo? → ___ compro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gafas? → ___ compro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lo/la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los/las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 Vóór het werkwoord!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infinitivo — net gedaan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vorm verschijnt. Fórmula: acabar (presente) + de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acabar (acabo, acabas, acaba…)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de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Acabo de comprar una gorra.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acabo de…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acabas de…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acabamos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acabáis de…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acaban de…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«de»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acabo DE comprar.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acabo de COMPRAR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Betekenis: net (zopas) gedaan.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Este / ese / aquel — cerca ↔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afstand → de vorm verschijnt. Cerca=este · ahí=ese · lejos=aquel.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 aquí (cerca)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este /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estos / estas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 ahí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ese / 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esos / 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👉👉👉 allí (lejos)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aquel / aquella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aquellos / aquellas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Concuerda con la prenda: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 falda (v) · estOS pantalones (m mv). Kijk naar het kledingstuk!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Afstand: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 (aquí, in mijn hand) · ese (ahí, bij jou) · aquel (allí, in het escaparate).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¿este, ese o aquel?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___ camiseta (aquí).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cuesta ___ gorra (ahí)?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abrigo (allí) es caro.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zapatos (aquí) son cómodos.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Prefiero ___ vestido (ahí).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botas (allí) son de cuero.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Cerca = este/esta/estos/estas · ahí = ese/esa… · lejos = aquel/aquella…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Concuerda met de prenda (m/v · ev/mv).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¡Rebajas! + una reseña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📣 Moda Diego · ¡−50 %! Camisetas 10→5 €, vaqueros 40→25 €, zapatillas 60→39 €. ⭐ @valen: «Acabo de comprar unos vaqueros azules (25 €). Me los probé y me quedan bien. Pagué con tarjeta.»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vaqueros en rebajas?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25 € (antes 40)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compró Valen?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unos vaqueros azules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pagó?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tarjeta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¿Se probó la ropa?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en el probador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precios/descuentos en wat de klant wel/niet kocht —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en la tienda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compran. Klik un nombre → wat ze kopen.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 camisa 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unos vaqueros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25 €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unas zapatillas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 vestido rojo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de lunares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 en talla M. ¿Puedo probármela?»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koopt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Concordancia — camiseta roja de rayas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de juiste kleurvorm verschijnt. Kleur past bij de prenda (m/v · ev/mv).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 vestido (rojo)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camiseta (rojo)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zapatos (rojo)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unas botas (rojo)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falda (azul)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vaqueros (azul)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Dos tipos: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rojo/roja/rojos/rojas (verandert) · azul/gris/verde (enkel meervoud +s/+es).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adjectief komt overeen in geslacht (m/v) en getal (ev/mv). Patronen met «de» (de rayas, de cuadros) veranderen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¡Vas de compras! (regateo)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¿Qué desea?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Busco una…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¿Puedo probármelo?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¿Cuánto cuesta?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Regatear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hace un descuento?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lo llevo.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prenda.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regatea»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azul. ¿Puedo probármela? … ¿Cuánto cuesta? Es un poco caro, ¿me hace un descuento? … Me la llevo.»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escaparate (tienda)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etalage.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escaparate: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prendas + color/patrón +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concordancia correcta (roja/azules)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anuncio de rebajas (antes→ahora)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diálogo: este/ese/aquel + lo/la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acabar de (net gekocht)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reseña de tu compañero/a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«Moda Diego. Camiseta roja de rayas (5 €). Vaqueros azules (25 €). Vestido de lunares (20 €). Zapatillas blancas (39 €). ¡Grandes rebajas −50 %!»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Colores y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rojo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rood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blauw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groen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negro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zapatería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schoenwinkel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markt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rebajas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solden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maat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probador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paskamer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kassa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descuento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korting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prenda + color: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camiseta roja · unos vaqueros azules · una gorra verde. Comprar en la zapatería, la panadería, el mercado.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En la tienda: la talla, el probador, la caja, las rebajas, el descuento.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klemtoon en verbindingswoorden.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sílaba tónica: aguda · llana ·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panta-lón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fal-da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sá-ba-do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esdrújula (tilde)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pantalón → los…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pantalones (tilde weg)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y→e · o→u · pero/sino · así 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madre ___ hija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es azul, ___ verde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sino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na ontkenning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rebajas, ___ compro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así 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aguda=laatste · llana=voorlaatste · esdrújula=voor-voorlaatste (altijd tilde). 🔴 los pantalones/marrones (tilde weg).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«dus» = así que/por eso (niet luego). Na ontkenning «maar wel» = sino.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Rebajas, regateo y tianguis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Comprar también es cultura.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🏷️ Las rebajas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Dos veces al año (enero y julio en España): descuentos de −30 %, −50 %. La gente hace cola en las tiendas.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Rebajas = solden.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🤝 El regateo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mercado o el tianguis se puede regatear: «¿Me hace un descuento?». En una tienda con etiqueta,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Regatear = afdingen (enkel op de markt).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🧺 El tianguis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Del náhuatl «tiānquiztli»: mercado al aire libre e itinerante, desde tiempos aztecas. Ropa, comida, artesanía; se paga en efectivo.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Moda sostenible vs moda rápida.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¿compras ropa nueva o de segunda mano? ¿regateas? Refrán: «Lo barato sale caro».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___? (u wenst)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 ___me la falda? (passen)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___? (kosten)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queda bien. Me ___ llevo. (het)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Acabo ___ comprar. (van)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Pago con ___. (kaart)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tarjeta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winkelzinnen: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desea? · ¿Puedo probármelo/la? · ¿Cuánto cuesta? · Me lo llevo · Acabo de comprar · Pago con tarjeta.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🛍️ Tarea final · Abre tu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Ontwerp de tienda van je eigen winkel y representa la escena vendedor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deportivo, elegante, sostenible…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Diseña el escaparate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4 prendas + color/patrón + precio (concordancia)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un anuncio de rebajas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antes → ahora · descuento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saludar → este/ese → probador → precio/regateo → me lo llevo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+ reseña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pareja (of neem audio op) +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prendas + color + precio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lo/la/los/las in de dialoog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este/ese +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winkel) · ontvanger de cliente · doel kleding aanbieden &amp; verkopen · situatie una tienda/tianguis en México · resultaat: escaparate + anuncio + dialoog + reseña.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zapatos? → ___ llevo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yo → ___ de 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nosotros → ___ de pagar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(rood) → roj__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roja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vaqueros (blauw) → azul__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azules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(v) → ___ camiseta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lejos (m) → ___ abrigo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· acabar de + infinitivo · este/ese/aquel · concordancia.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falda? → La compro. Vóór het vervoegde ww of vast achter de infinitief (comprarla).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infinitief = net (zopas) gedaan.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este/ese/aquel: este (aquí) · ese (ahí) · aquel (allí) — past bij de prenda (este/esta/estos/estas…).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camiseta rojA · zapatos rojOS. Kleuren op -o veranderen; azul/gris/verde niet (enkel mv.).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la compro (niet «compro la») · acabo DE comprar · una falda azul (niet «azula») · los pantalones (tilde weg).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ropa/colores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 (la compro)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acabar de + infinitivo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este/ese/aquel (afstand)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concordancia (roja/azules)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regateo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En el mercado el primer precio nunca es el precio.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Op de markt is de eerste prijs nooit de prijs.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verkoper mag niet onder zijn bodemprijs, de koper niet boven zijn budget. En elk nieuw bod moet met een reden komen — een getal alleen telt niet.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 sombrero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250 pesos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120 pesos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una manta de lana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600 pesos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350 pesos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unos aretes de plata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400 pesos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200 pesos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una bolsa bordada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500 pesos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260 pesos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 hago un buen precio.</a:t>
            </a:r>
          </a:p>
        </p:txBody>
      </p:sp>
      <p:sp>
        <p:nvSpPr>
          <p:cNvPr id="29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hecho a mano, mire.</a:t>
            </a:r>
          </a:p>
        </p:txBody>
      </p:sp>
      <p:sp>
        <p:nvSpPr>
          <p:cNvPr id="31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lo dejo en …</a:t>
            </a:r>
          </a:p>
        </p:txBody>
      </p:sp>
      <p:sp>
        <p:nvSpPr>
          <p:cNvPr id="33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puedo bajar más.</a:t>
            </a:r>
          </a:p>
        </p:txBody>
      </p:sp>
      <p:sp>
        <p:nvSpPr>
          <p:cNvPr id="35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¿Cuánto cuesta?</a:t>
            </a:r>
          </a:p>
        </p:txBody>
      </p:sp>
      <p:sp>
        <p:nvSpPr>
          <p:cNvPr id="37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un poco caro para mí.</a:t>
            </a:r>
          </a:p>
        </p:txBody>
      </p:sp>
      <p:sp>
        <p:nvSpPr>
          <p:cNvPr id="39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¿Me lo deja en …?</a:t>
            </a:r>
          </a:p>
        </p:txBody>
      </p:sp>
      <p:sp>
        <p:nvSpPr>
          <p:cNvPr id="41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me lo llevo.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2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Devolución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Quieres devolver algo. No tienes el ticket.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wil iets terugbrengen. Je hebt geen kassabon.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elk argument maar één keer gebruiken. Op wie in herhaling valt, hoeft de verkoper niet meer te antwoorden.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ticket no puedo hacer nada.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Ya la ha llevado, mire la etiqueta.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política de la tienda es de quince días.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compré aquí la semana pasada, me acuerdo del vendedor.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la he llevado, solo me la he probado en casa.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quiero cambiarla por otra talla, no el dinero.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cambio por otra talla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vale para la tienda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nada de nada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cliente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El vendedor tiene que adivinar qué tipo de cliente le ha tocado.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verkoper moet raden wat voor klant hij tegenover zich heeft.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je type niet benoemen en niet overdrijven tot karikatuur. Het moet uit je vragen en je reacties blijken.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indeciso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Todo te gusta y nada te convence. Preguntas mucho.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ahorrador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miras el precio. Siempre buscas algo más barato.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que tiene prisa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salir en dos minutos. Nada de charla.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desconfiado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saber de dónde viene todo y si se puede devolver.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que va a regalar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 para ti. No sabes la talla del otro.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¿Le ayudo?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Este le queda muy bien.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lo puedo enseñar en otro color.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lo envuelvo para regalo?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