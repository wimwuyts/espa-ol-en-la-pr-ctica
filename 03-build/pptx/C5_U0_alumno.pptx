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showPr showAnimation="1" useTimings="0" loop="0">
    <p:kiosk/>
    <p:sldAll/>
  </p:showPr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5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5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65" restart="whenNotActive" fill="hold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75" restart="whenNotActive" fill="hold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4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  <p:seq concurrent="1" nextAc="seek">
              <p:cTn id="85" restart="whenNotActive" fill="hold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400"/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  <p:seq concurrent="1" nextAc="seek">
              <p:cTn id="95" restart="whenNotActive" fill="hold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" fill="hold">
                      <p:stCondLst>
                        <p:cond delay="0"/>
                      </p:stCondLst>
                      <p:childTnLst>
                        <p:par>
                          <p:cTn id="9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400"/>
                                  <p:tgtEl>
                                    <p:spTgt spid="4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65" restart="whenNotActive" fill="hold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75" restart="whenNotActive" fill="hold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400"/>
                                  <p:tgtEl>
                                    <p:spTgt spid="4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6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kioskmodus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