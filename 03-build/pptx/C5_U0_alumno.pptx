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Club de Español»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anuncio (cartel del instituto)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¡APÚNTATE AL CLUB DE ESPAÑOL! 🇪🇸🇲🇽🇨🇴🇵🇪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idioma, veinte países, una ruta.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¿Hablas un poco de español? ¿O cero español? ¡No importa! En el club hablamos, cantamos y jugamos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¿Cuándo? Los martes y los jueves, de cuatro a cinco.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¿Dónde? En el aula catorce, primera planta.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 cuesta? ¡Cero euros!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¿Cuántos somos? Ahora somos dieciocho. Hay sitio para veinte.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Este año viajamos por el mundo hispano: España, México, Colombia y Perú. Cada mes, un país y una fiesta.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Escribe a: club.espanol@instituto.be — o habla con la señora Ortega.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¿En qué aula es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¿Cuántos alumnos hay ahora en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 cuesta?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países visita el club este año?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El club es gratis.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El club es solo para alumnos que ya hablan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club se reúne dos días por semana.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Todavía hay sitio en el club.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14 · 2) 18 · 3) 0 · 4) 4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«¡Cero euros!»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«¿O cero español? ¡No importa!»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«Los martes y los jueves»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V — «Hay sitio para veinte»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 la puerta de embarque»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aeropuerto de Barajas, Madrid — puerta B12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Lucía (de Sevilla) y tú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Esperáis el mismo vuelo y os presentáis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Soy de… · ¿Cómo se escribe?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¿Cuál es la puerta de embarque?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años tiene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sale el vuelo?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Sam habla dos lenguas.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Lucía es de Madrid.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deletrea su nombre.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Lucía te pregunta: «¿Y tú, cómo te llamas y de dónde eres?» Contesta en tres frases: nombre · origen ·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B12 · 2) De Sevilla · 3) 16 · 4) 17 · 5) A las once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«Hablo neerlandés y un poco de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«Yo soy de Sevilla»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«Ese, a, eme»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