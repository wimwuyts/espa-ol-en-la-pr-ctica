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6 = México, los mercados y tianguis. Gastheer = Diego. Doel: ropa/colores benoemen, OD-pronombres lo/la/los/las (¿la falda? → la compro), acabar de + infinitivo (net gedaan), demostrativos este/ese/aquel (afstand), en de concordancia van het adjectief (camiseta roja · de rayas). Kernvalstrik: la compro (niet «compro la»); una falda azul (niet «azula»); acabo DE comprar. Docentdeck = vrije navigatie + oplossing in notities; leerlingdeck (.pptx, F5) = elke klik onthult het volgende antwoord.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hyperlink; op elke oefendia staat ⌂ Menú terug. Richttijd 50 min. Begin bij §1 (lo/la/los/las) → §4 (concordancia) = het hart van de unit. Kruisverwijzing print/HTML: «oefen online — 20 juegos».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per cluster (arriba/abajo/calzado/complemento). Laat raden zónder de NL-gloss. Online: flip cards + Memoria de la ropa + ¿arriba, abajo, calzado o complemento?</a:t>
            </a:r>
          </a:p>
          <a:p/>
          <a:p>
            <a:r>
              <a:t>— SOLUCIÓN (docent · presenter view) —</a:t>
            </a:r>
          </a:p>
          <a:p>
            <a:r>
              <a:t>🔴 Concordancia: camiseta rojA · zapatos rojOS · vestido rojO · botas rojAS.</a:t>
            </a:r>
          </a:p>
          <a:p>
            <a:r>
              <a:t>Kleuren op -o veranderen; azul/gris/verde/marrón niet (enkel meervoud +s/+es).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(color-coding). Maak de plaatsing fysiek zichtbaar. Truc: geslacht + aantal van de prenda → lo/la/los/las. Online: «¿lo, la, los o las?» (classify + cloze).</a:t>
            </a:r>
          </a:p>
          <a:p/>
          <a:p>
            <a:r>
              <a:t>— SOLUCIÓN (docent · presenter view) —</a:t>
            </a:r>
          </a:p>
          <a:p>
            <a:r>
              <a:t>Regla: lo/la/los/las vervangt de prenda en staat vóór het vervoegde ww (la compro) of vast achter de infinitief (comprarla).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(reveal). Laat de klas eerst kiezen, klik dan. Online: «lo-la-los-las» (classify) + cloze.</a:t>
            </a:r>
          </a:p>
          <a:p/>
          <a:p>
            <a:r>
              <a:t>— SOLUCIÓN (docent · presenter view) —</a:t>
            </a:r>
          </a:p>
          <a:p>
            <a:r>
              <a:t>lo/la = enkelvoud (m/v) · los/las = meervoud (m/v). Kijk naar het lidwoord: el/la · los/las. Vóór het werkwoord!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acabar de + inf. Onthul per kaart; laat de vorm voorspellen. Twee delen: acabar (vervoegd) + de + infinitief. Niet verwarren met acabar = eindigen. Online: «acabar de + infinitivo» (cloze).</a:t>
            </a:r>
          </a:p>
          <a:p/>
          <a:p>
            <a:r>
              <a:t>— SOLUCIÓN (docent · presenter view) —</a:t>
            </a:r>
          </a:p>
          <a:p>
            <a:r>
              <a:t>🔴 Vergeet de «de» niet: acabo DE comprar. 🔴 Het tweede werkwoord blijft infinitief: acabo de COMPRAR. Betekenis: net (zopas) gedaan.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demostrativos. Fysiek maken: wijs voorwerpen aan op verschillende afstanden. Onthul per klik. Online: «cerca/ahí/lejos» (classify) + «este/ese/aquel» (cloze).</a:t>
            </a:r>
          </a:p>
          <a:p/>
          <a:p>
            <a:r>
              <a:t>— SOLUCIÓN (docent · presenter view) —</a:t>
            </a:r>
          </a:p>
          <a:p>
            <a:r>
              <a:t>Afstand: este (aquí, in mijn hand) · ese (ahí, bij jou) · aquel (allí, in het escaparate).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demostrativos (retrieval). Klas roept vóór de klik. Daarna in parejas: prendas aanwijzen en prijs vragen.</a:t>
            </a:r>
          </a:p>
          <a:p/>
          <a:p>
            <a:r>
              <a:t>— SOLUCIÓN (docent · presenter view) —</a:t>
            </a:r>
          </a:p>
          <a:p>
            <a:r>
              <a:t>Cerca = este/esta/estos/estas · ahí = ese/esa… · lejos = aquel/aquella… Concuerda met de prenda (m/v · ev/mv).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Eerst globaal (waarover?), dan scannen. Onthul de antwoorden pas na de klas. Daarna: leerlingen schrijven hun eigen reseña (transfer → Tarea Abre tu tienda).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precios/descuentos en wat de klant wel/niet kocht — niet élk woord.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 pedido voor (of TTS). Klas noteert prenda + detalle; onthul per klik. Koppel meteen aan de rollenspel-scène (§1).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«Busco una camisa azul en talla M. ¿Puedo probármela?» …</a:t>
            </a:r>
          </a:p>
          <a:p>
            <a:r>
              <a:t>Daarna spreken: leerling speelt de cliente en koopt zelf.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concordancia (reveal). Coro: klas zegt de vorm vóór de klik. Kernidee: kijk naar de prenda. Online: «color + prenda» (match) + concordancia-Tetris + «masculino/femenino».</a:t>
            </a:r>
          </a:p>
          <a:p/>
          <a:p>
            <a:r>
              <a:t>— SOLUCIÓN (docent · presenter view) —</a:t>
            </a:r>
          </a:p>
          <a:p>
            <a:r>
              <a:t>Regla: het adjectief komt overeen in geslacht (m/v) en getal (ev/mv). Patronen met «de» (de rayas, de cuadros) veranderen niet.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Automatiseer saludar→buscar→probar→precio→regatear in rondes met afbouwende steun. Online: recorder (opname + zelfevaluatie). Print blijft bruikbaar zonder opname. NB: regatear enkel op de markt/tianguis.</a:t>
            </a:r>
          </a:p>
          <a:p/>
          <a:p>
            <a:r>
              <a:t>— SOLUCIÓN (docent · presenter view) —</a:t>
            </a:r>
          </a:p>
          <a:p>
            <a:r>
              <a:t>Modelo: «Busco una camisa azul. ¿Puedo probármela? … ¿Cuánto cuesta? Es un poco caro, ¿me hace un descuento? … Me la llevo.»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(lezen→schrijven). Checklist = zichtbare steun; onthul het model pas na het schrijven (retrieval). Nakijkfocus: concordancia, precios, anuncio. Dit voedt de Tarea «Abre tu tienda».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colores/tiendas. Klik onthult; koppel elk woord aan een concordancia-zin. Volledige set + audio op de digitale pagina (flip cards + memoria).</a:t>
            </a:r>
          </a:p>
          <a:p/>
          <a:p>
            <a:r>
              <a:t>— SOLUCIÓN (docent · presenter view) —</a:t>
            </a:r>
          </a:p>
          <a:p>
            <a:r>
              <a:t>Combineer prenda + color: una camiseta roja · unos vaqueros azules · una gorra verde. Comprar en la zapatería, la panadería, el mercado.</a:t>
            </a:r>
          </a:p>
          <a:p>
            <a:r>
              <a:t>En la tienda: la talla, el probador, la caja, las rebajas, el descuento.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Sílaba tónica met de meervoudsval (pantalón→pantalones). Conectores meteen toepassen. Online: «sílaba tónica» + conectoren-oefeningen.</a:t>
            </a:r>
          </a:p>
          <a:p/>
          <a:p>
            <a:r>
              <a:t>— SOLUCIÓN (docent · presenter view) —</a:t>
            </a:r>
          </a:p>
          <a:p>
            <a:r>
              <a:t>A: aguda=laatste · llana=voorlaatste · esdrújula=voor-voorlaatste (altijd tilde). 🔴 los pantalones/marrones (tilde weg).</a:t>
            </a:r>
          </a:p>
          <a:p>
            <a:r>
              <a:t>🔴 B: «dus» = así que/por eso (niet luego). Na ontkenning «maar wel» = sino.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Tianguis = náhuatl-woord. Bruggetje naar de Tarea Abre tu tienda. Online: «prenda ↔ tienda» (match).</a:t>
            </a:r>
          </a:p>
          <a:p/>
          <a:p>
            <a:r>
              <a:t>— SOLUCIÓN (docent · presenter view) —</a:t>
            </a:r>
          </a:p>
          <a:p>
            <a:r>
              <a:t>Actividad: ¿compras ropa nueva o de segunda mano? ¿regateas? Refrán: «Lo barato sale caro».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vult de zin vóór de klik. Daarna de rollenspel-scène in parejas.</a:t>
            </a:r>
          </a:p>
          <a:p/>
          <a:p>
            <a:r>
              <a:t>— SOLUCIÓN (docent · presenter view) —</a:t>
            </a:r>
          </a:p>
          <a:p>
            <a:r>
              <a:t>De winkelzinnen: ¿Qué desea? · ¿Puedo probármelo/la? · ¿Cuánto cuesta? · Me lo llevo · Acabo de comprar · Pago con tarjeta.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Voeg een mini-encuesta + grafiekje toe (ropa favorita van de klas).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lo/la/los/las · acabar de + infinitivo · este/ese/aquel · concordancia.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(20 spellen). Bruggetje: U7 «Mi casa y mi barrio» — Cartagena, Colombia: de casa, el barrio, describir dónde vives.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6.xml"/><Relationship Id="rId9" Type="http://schemas.openxmlformats.org/officeDocument/2006/relationships/slide" Target="slide18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6 · MÉXICO · LOS MERCADOS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De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La ropa y los colores: lo/la/los/las, acabar de, este/ese/aquel y la concordancia — de compras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vas a comprar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kopen?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«Abre tu tienda»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lo/la/los/las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la compro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Acabar de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net iets gedaan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este/ese/aquel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Concordancia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roja de rayas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¡rebajas! + reseña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compras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rebajas · regateo · tianguis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🛍️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tu tienda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escaparate + diálogo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ropa y los complementos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kast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camiseta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T-shirt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👕 arriba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pantalones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broek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👖 abajo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vestido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falda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 abajo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zapatos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schoenen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👞 calzado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zapatillas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sportschoenen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gorra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🧢 complemento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bolso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handtas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Colores: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rojo/roja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azul · gris · verde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patrón: de rayas · de cuadros · de lunares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Concordancia: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camiseta rojA · zapatos rojOS · vestido rojO · botas rojAS.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Kleuren op -o veranderen; azul/gris/verde/marrón niet (enkel meervoud +s/+es).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/ la / los / las — vervang de prenda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pronomen. Het staat vóór het vervoegde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¿La camisa?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— Sí,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compro.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  ¿Los zapatos? —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Los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quiero.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pronombre?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ev. (el jersey)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ev. (la falda)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mv. (los zapatos)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mv. (las botas)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vóór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el ww: la compro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achter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 infinitief: comprarla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vervangt de prenda en staat vóór het vervoegde ww (la compro) of vast achter de infinitief (comprarla).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het juiste pronomen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jersey? → ___ compro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zapatos? → ___ compro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botas? → ___ compro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abrigo? → ___ compro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gafas? → ___ compro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lo/la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los/las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 Vóór het werkwoord!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infinitivo — net gedaan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vorm verschijnt. Fórmula: acabar (presente) + de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acabar (acabo, acabas, acaba…)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de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Acabo de comprar una gorra.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acabo de…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acabas de…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acabamos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acabáis de…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acaban de…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«de»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acabo DE comprar.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acabo de COMPRAR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Betekenis: net (zopas) gedaan.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Este / ese / aquel — cerca ↔ lejos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afstand → de vorm verschijnt. Cerca=este · ahí=ese · lejos=aquel.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 aquí (cerca)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este /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estos / estas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 ahí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ese / esa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esos / esas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👉👉👉 allí (lejos)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aquel / aquella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aquellos / aquellas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Concuerda con la prenda: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 falda (v) · estOS pantalones (m mv). Kijk naar het kledingstuk!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Afstand: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 (aquí, in mijn hand) · ese (ahí, bij jou) · aquel (allí, in het escaparate).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¿este, ese o aquel?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___ camiseta (aquí).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cuesta ___ gorra (ahí)?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abrigo (allí) es caro.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zapatos (aquí) son cómodos.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Prefiero ___ vestido (ahí).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botas (allí) son de cuero.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Cerca = este/esta/estos/estas · ahí = ese/esa… · lejos = aquel/aquella…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Concuerda met de prenda (m/v · ev/mv).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¡Rebajas! + una reseña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📣 Moda Diego · ¡−50 %! Camisetas 10→5 €, vaqueros 40→25 €, zapatillas 60→39 €. ⭐ @valen: «Acabo de comprar unos vaqueros azules (25 €). Me los probé y me quedan bien. Pagué con tarjeta.»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vaqueros en rebajas?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25 € (antes 40)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compró Valen?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unos vaqueros azules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pagó?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tarjeta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¿Se probó la ropa?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en el probador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precios/descuentos en wat de klant wel/niet kocht —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en la tienda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compran. Klik un nombre → wat ze kopen.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 camisa 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unos vaqueros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25 €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unas zapatillas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42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 vestido rojo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de lunares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 en talla M. ¿Puedo probármela?»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koopt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Concordancia — camiseta roja de rayas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de juiste kleurvorm verschijnt. Kleur past bij de prenda (m/v · ev/mv).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 vestido (rojo)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camiseta (rojo)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zapatos (rojo)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unas botas (rojo)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falda (azul)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vaqueros (azul)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Dos tipos: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rojo/roja/rojos/rojas (verandert) · azul/gris/verde (enkel meervoud +s/+es).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adjectief komt overeen in geslacht (m/v) en getal (ev/mv). Patronen met «de» (de rayas, de cuadros) veranderen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¡Vas de compras! (regateo)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¿Qué desea?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Busco una…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¿Puedo probármelo?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¿Cuánto cuesta?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Regatear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hace un descuento?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lo llevo.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prenda.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regatea»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azul. ¿Puedo probármela? … ¿Cuánto cuesta? Es un poco caro, ¿me hace un descuento? … Me la llevo.»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escaparate (tienda)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etalage.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escaparate: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prendas + color/patrón +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concordancia correcta (roja/azules)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anuncio de rebajas (antes→ahora)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diálogo: este/ese/aquel + lo/la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acabar de (net gekocht)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reseña de tu compañero/a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«Moda Diego. Camiseta roja de rayas (5 €). Vaqueros azules (25 €). Vestido de lunares (20 €). Zapatillas blancas (39 €). ¡Grandes rebajas −50 %!»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Colores y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rojo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rood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blauw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verde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groen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negro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zapatería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schoenwinkel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mercado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markt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rebajas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solden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talla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maat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probador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paskamer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caja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kassa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descuento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korting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prenda + color: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camiseta roja · unos vaqueros azules · una gorra verde. Comprar en la zapatería, la panadería, el mercado.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En la tienda: la talla, el probador, la caja, las rebajas, el descuento.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klemtoon en verbindingswoorden.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sílaba tónica: aguda · llana ·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panta-lón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fal-da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sá-ba-do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esdrújula (tilde)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pantalón → los…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pantalones (tilde weg)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y→e · o→u · pero/sino · así 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madre ___ hija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es azul, ___ verde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sino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na ontkenning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rebajas, ___ compro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así 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dus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aguda=laatste · llana=voorlaatste · esdrújula=voor-voorlaatste (altijd tilde). 🔴 los pantalones/marrones (tilde weg).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«dus» = así que/por eso (niet luego). Na ontkenning «maar wel» = sino.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Rebajas, regateo y tianguis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Comprar también es cultura.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🏷️ Las rebajas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Dos veces al año (enero y julio en España): descuentos de −30 %, −50 %. La gente hace cola en las tiendas.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Rebajas = solden.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🤝 El regateo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mercado o el tianguis se puede regatear: «¿Me hace un descuento?». En una tienda con etiqueta, 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Regatear = afdingen (enkel op de markt).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🧺 El tianguis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Del náhuatl «tiānquiztli»: mercado al aire libre e itinerante, desde tiempos aztecas. Ropa, comida, artesanía; se paga en efectivo.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Moda sostenible vs moda rápida.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¿compras ropa nueva o de segunda mano? ¿regateas? Refrán: «Lo barato sale caro».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compra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___? (u wenst)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¿Puedo ___me la falda? (passen)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___? (kosten)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queda bien. Me ___ llevo. (het)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Acabo ___ comprar. (van)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Pago con ___. (kaart)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tarjeta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winkelzinnen: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desea? · ¿Puedo probármelo/la? · ¿Cuánto cuesta? · Me lo llevo · Acabo de comprar · Pago con tarjeta.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🛍️ Tarea final · Abre tu tienda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Ontwerp de tienda van je eigen winkel y representa la escena vendedor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deportivo, elegante, sostenible…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Diseña el escaparate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4 prendas + color/patrón + precio (concordancia)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un anuncio de rebajas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antes → ahora · descuento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saludar → este/ese → probador → precio/regateo → me lo llevo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+ reseña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pareja (of neem audio op) +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prendas + color + precio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lo/la/los/las in de dialoog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este/ese +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winkel) · ontvanger de cliente · doel kleding aanbieden &amp; verkopen · situatie una tienda/tianguis en México · resultaat: escaparate + anuncio + dialoog + reseña.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zapatos? → ___ llevo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yo → ___ de comprar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nosotros → ___ de pagar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(rood) → roj__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roja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vaqueros (blauw) → azul__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azules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(v) → ___ camiseta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lejos (m) → ___ abrigo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· acabar de + infinitivo · este/ese/aquel · concordancia.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falda? → La compro. Vóór het vervoegde ww of vast achter de infinitief (comprarla).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infinitief = net (zopas) gedaan.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este/ese/aquel: este (aquí) · ese (ahí) · aquel (allí) — past bij de prenda (este/esta/estos/estas…).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camiseta rojA · zapatos rojOS. Kleuren op -o veranderen; azul/gris/verde niet (enkel mv.).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la compro (niet «compro la») · acabo DE comprar · una falda azul (niet «azula») · los pantalones (tilde weg).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ropa/colores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 (la compro)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acabar de + infinitivo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este/ese/aquel (afstand)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concordancia (roja/azules)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U6 «De tiendas»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lo/la/los/las 10' · acabar de + inf. 7' · este/ese/aquel 7' · concordancia 8' · lectura/escucha 8' · cultura 3' · Tarea-briefing 3'.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la compro (niet «compro la») · pronomen vóór het vervoegde ww / achter de infinitief · acabo DE comprar · una falda azul (niet «azula»); rojo/roja/rojos/rojas · los pantalones/marrones (tilde weg) · «dus» = así que/por eso.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hele winkelscène + regateo + eigen escaparate + reseña. Zwakker: pronomen-kaart en acabar-tabel langer open, concordancia-kaart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(Hablar) + Lectura (anuncio + reseña)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«Abre tu tienda» met rúbrica (4 criteria). LPD 3·4·7·8 + 5 (cultura) + 1·2 (receptief: lezen/luisteren).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