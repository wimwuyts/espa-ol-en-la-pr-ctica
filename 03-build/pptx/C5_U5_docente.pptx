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5 = México (CDMX): cruzamos el charco. Gastheer = Diego. Doel: comida/bebida benoemen, cantidades (mucho/poco/un poco de · un kilo de), el futuro próximo (ir a + infinitivo), pedir con cortesía (¿me pone…?/para mí…) en la cuenta, en de OD-aanzet lo/la/los/las (la cuenta → la traigo). Kernvalstrik: much-A fruta ≠ mucho; voy A comer (a niet vergeten).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(cantidades) → §3 (pedir) = het hart van de unit. Kruisverwijzing print/HTML: «oefen online — 17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per cluster (comida/bebida/fruta/verdura/mesa). Laat raden zónder de NL-gloss. Online: flip cards + Memoria de la comida + Fruta y verdura + ¿comida o bebida?</a:t>
            </a:r>
          </a:p>
          <a:p/>
          <a:p>
            <a:r>
              <a:t>— SOLUCIÓN (docent · presenter view) —</a:t>
            </a:r>
          </a:p>
          <a:p>
            <a:r>
              <a:t>🔴 Cantidad concuerda: muchO pan · muchA fruta · muchOS tomates · muchAS manzanas.</a:t>
            </a:r>
          </a:p>
          <a:p>
            <a:r>
              <a:t>un poco de + niet-telbaar (queso, leche, agua) — verandert nooit.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concordantie fysiek zichtbaar. Truc: kijk naar geslacht + aantal. Kleur nooit als enige drager. Online: «¿mucho, mucha, muchos o muchas?» (classify) + cantidades Tetris.</a:t>
            </a:r>
          </a:p>
          <a:p/>
          <a:p>
            <a:r>
              <a:t>— SOLUCIÓN (docent · presenter view) —</a:t>
            </a:r>
          </a:p>
          <a:p>
            <a:r>
              <a:t>Regla: mucho/-a/-os/-as past aan bij het woord · un poco de blijft gelijk (niet-telbaar) · envases: un kilo/una botella/un paquete 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kiezen, klik dan. Online: «cantidad» (classify) + cantidades Tetris.</a:t>
            </a:r>
          </a:p>
          <a:p/>
          <a:p>
            <a:r>
              <a:t>— SOLUCIÓN (docent · presenter view) —</a:t>
            </a:r>
          </a:p>
          <a:p>
            <a:r>
              <a:t>mucho/-a = enkelvoud (m/v) · muchos/-as = meervoud (m/v). Kijk naar het lidwoord: el/la · los/las.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ir a + inf. Onthul per kaart; laat de vorm voorspellen. Twee delen: ir (vervoegd) + a + infinitief (onveranderd). Online: «completa: ir a + infinitivo» (cloze) + presente-Tetris.</a:t>
            </a:r>
          </a:p>
          <a:p/>
          <a:p>
            <a:r>
              <a:t>— SOLUCIÓN (docent · presenter view) —</a:t>
            </a:r>
          </a:p>
          <a:p>
            <a:r>
              <a:t>🔴 Vergeet de «a» niet: voy A comer (niet «voy comer»). 🔴 Het tweede werkwoord blijft infinitief: voy a COMER. Gebruik: plannen dichtbij.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pedir. Twee rollen fysiek verdelen (klas in camareros/clientes). Onthul per klik. Online: «¿camarero o cliente?» (classify) + «ordena el diálogo» + «¡pide en el restaurante!» (sim).</a:t>
            </a:r>
          </a:p>
          <a:p/>
          <a:p>
            <a:r>
              <a:t>— SOLUCIÓN (docent · presenter view) —</a:t>
            </a:r>
          </a:p>
          <a:p>
            <a:r>
              <a:t>Structuur: de primero (voor) · de segundo (hoofd) · de postre (na) · para beber (drank).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rol (retrieval). Klas roept de rol vóór de klik. Daarna in parejas de scène spelen.</a:t>
            </a:r>
          </a:p>
          <a:p/>
          <a:p>
            <a:r>
              <a:t>— SOLUCIÓN (docent · presenter view) —</a:t>
            </a:r>
          </a:p>
          <a:p>
            <a:r>
              <a:t>Camarero = vraagt (¿qué va a tomar? / ¿y para beber?). Cliente = bestelt (para mí… / ¿me pone…? / la cuenta).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(lezen→spreken-keten). Eerst globaal (waarover?), dan scannen. Onthul de antwoorden pas na de klas. Daarna: leerlingen zeggen wat ze «van a pedir» (transfer → Tarea La carta).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platos y precios — niet élk woord begrijpen. Vergelijk met de carta van Lucía.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 pedido voor (of TTS). Klas noteert comida + bebida; onthul per klik. Koppel meteen aan de rollenspel-scène (§3).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«Para mí, de primero una sopa y de segundo pollo. Para beber, agua.» …</a:t>
            </a:r>
          </a:p>
          <a:p>
            <a:r>
              <a:t>Daarna spreken: leerling speelt de cliente en bestelt zelf.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OD (reveal, A2-aanzet). Coro: klas zegt het woord vóór de klik. Kernidee: lo/la/los/las = «het/ze» + vóór het ww. Online: «¿lo, la, los o las?» (cloze).</a:t>
            </a:r>
          </a:p>
          <a:p/>
          <a:p>
            <a:r>
              <a:t>— SOLUCIÓN (docent · presenter view) —</a:t>
            </a:r>
          </a:p>
          <a:p>
            <a:r>
              <a:t>lo (m.ev.) · la (v.ev.) · los (m.mv.) · las (v.mv.). Het pronomen staat vóór het vervoegde werkwoord — zo herhaal je het voorwerp niet.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saludar→pedir→cuenta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«Buenas. Para mí, de primero una sopa y de segundo pollo. ¿Me pone agua? … La cuenta, por favor.»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secties, precios, cortesía. Dit voedt de Tarea «La carta».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fruta/verdura/mesa. Klik onthult; koppel elk woord aan een cantidad-zin. Volledige set + audio op de digitale pagina (flip cards + memoria).</a:t>
            </a:r>
          </a:p>
          <a:p/>
          <a:p>
            <a:r>
              <a:t>— SOLUCIÓN (docent · presenter view) —</a:t>
            </a:r>
          </a:p>
          <a:p>
            <a:r>
              <a:t>Combineer met cantidad: un kilo de manzanas · muchas uvas · un poco de maíz. Como con tenedor y cuchara.</a:t>
            </a:r>
          </a:p>
          <a:p>
            <a:r>
              <a:t>Los cubiertos: el tenedor, el cuchillo, la cuchara. La mesa: el plato, el vaso, la servilleta.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Conectores = ideaal met een receta (guacamole). ñ = spelling-valstrik. Meteen toepassen in de mini-receta. Online: «ordena la receta» + «ordena el diálogo».</a:t>
            </a:r>
          </a:p>
          <a:p/>
          <a:p>
            <a:r>
              <a:t>— SOLUCIÓN (docent · presenter view) —</a:t>
            </a:r>
          </a:p>
          <a:p>
            <a:r>
              <a:t>A: primero → luego/después → por último (voor recepten en stappen).</a:t>
            </a:r>
          </a:p>
          <a:p>
            <a:r>
              <a:t>🔴 B: la ñ klinkt «nj»: piña, niño, caña, año. Verwar niet met n (pena ≠ peña).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Vergelijk horarios ES/MX/BE. Bruggetje naar de Tarea La carta. Online: «plato ↔ país» (match).</a:t>
            </a:r>
          </a:p>
          <a:p/>
          <a:p>
            <a:r>
              <a:t>— SOLUCIÓN (docent · presenter view) —</a:t>
            </a:r>
          </a:p>
          <a:p>
            <a:r>
              <a:t>Actividad: schrijf 3 zinnen over een typisch gerecht bij jou thuis (¿qué es? ¿qué lleva? ¿cuándo lo comes?).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vult de zin vóór de klik. Daarna de rollenspel-scène in parejas.</a:t>
            </a:r>
          </a:p>
          <a:p/>
          <a:p>
            <a:r>
              <a:t>— SOLUCIÓN (docent · presenter view) —</a:t>
            </a:r>
          </a:p>
          <a:p>
            <a:r>
              <a:t>De bestelzinnen: ¿Qué va a tomar? · Para mí… · ¿Me pone…? · La cuenta, por favor · Voy a comer…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(platos favoritos van de klas).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cantidades (concord) · ir a + infinitivo · pedir/cortesía · lo/la/los/las.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(17 spellen). Bruggetje: U6 «De tiendas» — de compras en el mercado: precios, ofertas, regateo.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5 · MÉXICO · CDMX 🇲🇽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¡Ñam!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Comida y restaurante: cantidades, «voy a comer» y pedir con cortesía — en la CDMX, con Diego.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vas a comer hoy?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ga je vandaag eten?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anfitrión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«La carta»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Cantidades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mucho/poco · un kilo 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Voy a comer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a + infinitivo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Pedir · cortesía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¿me pone…? · para mí…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cuenta (lo/la)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lo/la/los/las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cartas (menús)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tacos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mercados y horarios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🍽️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La carta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menu + restaurante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comida y la bebida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tafel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comida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eten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pan · la carne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bebida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drinken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agua · el zumo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fruta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fruit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manzana · el plátano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verdura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groente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tomate · la lechuga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pollo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kip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pescado · el arroz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sopa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soep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ensalada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taco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taco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guacamole 🇲🇽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cubiertos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bestek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tenedor · cuchillo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Cantidades: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mucho/poco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un poco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un kilo de · una botella de · un paquete de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Cantidad concuerda: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muchO pan · muchA fruta · muchOS tomates · muchAS manzanas.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un poco de + niet-telbaar (queso, leche, agua) — verandert nooit.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Cantidades — mucho / poco / un poco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het voorwerp. De cantidad past zich aan (m/v · ev/mv).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En el mercado hay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mucha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fruta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muchos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tomates,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pero solo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un poco de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queso.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concordancia — ¿qué forma?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m. ev. (pan, arroz)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v. ev. (fruta, leche)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m. mv. (tomates)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v. mv. (manzanas)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un poco 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niet-telbaar (queso)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un kilo 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envase + producto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mucho/-a/-os/-as past aan bij het woord · un poco de blijft gelijk (niet-telbaar) · envases: un kilo/una botella/un paquete de.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¿mucho, mucha, muchos o muchas?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juiste vorm verschijnt. Kijk naar m/v en ev/mv.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fruta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tomates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manzanas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leche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huevos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mucho/-a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enkelvoud (m/v)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muchos/-as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meervoud (m/v). Kijk naar het lidwoord: el/la · los/las.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Voy a comer — ir a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 verschijnen. Fórmula: ir (presente) + a + infinitivo.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ir (voy, vas, va…)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+ a +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infinitivo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Voy a comer un taco.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voy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vas 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 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vamos 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vais a…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van a…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Vergeet de «a» niet: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voy A comer (niet «voy comer»).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voy a COMER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Gebruik: plannen dichtbij.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· 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Pedir con cortesía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Twee rollen. Klik een kaart → wie zegt het. Camarero pregunta, cliente pide.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🧑‍🍳 Camarero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¿Qué va a tomar?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🙋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Para mí, una sopa.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🧑‍🍳 Camarero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¿Y para beber?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🙋 Cliente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¿Me pone agua?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🧑‍🍳 Camarero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¡Que aproveche!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🙋 Cliente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cuenta, por favor.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Pide con cortesía: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Para mí… / ¿Me pone…? / ¿Me trae…? + por favor. Niet enkel «quiero».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Structuur: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primero (voor) · de segundo (hoofd) · de postre (na) · para beber (drank).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¿Camarero o cliente?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wie het zegt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¿Qué va a tomar?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camarero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Para mí, una sopa.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cliente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¿Y para beber?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camarero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¿Me pone un refresco?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cliente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¡Que aproveche!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camarero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cuenta, por favor.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cliente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Camarero = vraagt (¿qué va a tomar? / ¿y para beber?).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Cliente = bestelt (para mí… / ¿me pone…? / la cuenta).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carta de Diego (menú)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«Para empezar: guacamole con nachos (5 €) y elote (4 €). Platos fuertes: tacos de pollo (8 €), ceviche (10 €). Para terminar: flan (3 €), piña con lima (3 €).»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hay para empezar?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Guacamole con nachos / elote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cuestan los tacos?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8 €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¿El ceviche es un plato fuerte?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Sí, cuesta 10 €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hay de postre?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Flan / piña con lima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platos y precios — niet élk woord begrijpen. Vergelijk met de carta van Lucía.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el pedido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clientes piden. Klik un nombre → wat ze bestellen.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sopa + pollo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agua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tacos de pollo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refresco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ensalada + pescado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zumo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guacamole + ceviche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agua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«Para mí, de primero una sopa y de segundo pollo. Para beber, agua.»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speelt de cliente en bestelt zelf.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cuenta → la traigo (lo/la/los/las)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pronomen verschijnt. Vervang het voorwerp, niet herhalen.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 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la cuenta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los tacos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las gambas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 postre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la carta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Vóór het werkwoord: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¿La cuenta? → La traigo.   ¿Los tacos? → Los quiero.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lo (m.ev.) · la (v.ev.) · los (m.mv.) · las (v.mv.).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pronomen staat vóór het vervoegde werkwoord — zo herhaal je het voorwerp niet.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¡Pide en el restaurante!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Buenas tardes.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1º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 primero,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2º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 segundo,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bebida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¿Me pone…?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la cuenta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cuenta, por favor.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Cerrar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Gracias.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pedido.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240987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pide comida»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«Buenas. Para mí, de primero una sopa y de segundo pollo. ¿Me pone agua? … La cuenta, por favor.»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carta (menú)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Ontwerp je menu.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carta: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primero … (precio)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segundo … (precio)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postre … (precio)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para beber … (precio)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cortesía: para mí / ¿me pone?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plato de tu país/estilo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«El Sabor de Diego. De primero: guacamole (5 €). De segundo: tacos de pollo (8 €). De postre: flan (3 €). Para beber: refresco (2 €).»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Fruta, verdura y la mesa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manzana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appel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plátano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banaan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las uvas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druiven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piña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ananas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tomate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tomaat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lechuga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cebolla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ui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maíz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maïs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plato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vaso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glas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tenedor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vork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cuchara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lepel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cantidad: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 kilo de manzanas · muchas uvas · un poco de maíz. Como con tenedor y cuchara.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Los cubiertos: el tenedor, el cuchillo, la cuchara. La mesa: el plato, el vaso, la servilleta.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de secuencia +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recepten en spelling.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conectores: primero · luego · después · por último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corta el tomate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Primero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añade la 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Luego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espera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¡a comer!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último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ortografía: ¿n o ñ?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pi__a (ananas)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piña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ni__o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niño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ca__a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caña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a__o (jaar)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año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luego/después → por último (voor recepten en stappen).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ñ klinkt «nj»: piña, niño, caña, año. Verwar niet met n (pena ≠ peña).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Tacos, mercados y horarios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comida une al mundo hispano.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🌮 El taco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maíz, con carne, verdura y salsa. En la CDMX hay taquerías por todas partes: al pastor, de pollo, de pescado.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taco = het hart van de Mexicaanse keuken.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🏪 Los mercados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Compras fruta, verdura y comida fresca. Regatear el precio es normal. Colores, olores y mucha vida.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plek om cantidades te oefenen.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🕐 Horarios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cena muy tarde (21:30). México y Bélgica un poco antes. Contraste: paella 🇪🇸 · tacos 🇲🇽 · arepa 🇨🇴 · ceviche 🇵🇪.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No comas a las 18:00 en Madrid.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een typisch gerecht bij jou thuis (¿qué es? ¿qué lleva? ¿cuándo lo comes?).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pedido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¿Qué va a ___? (nemen)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tomar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mí, una sopa.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Para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¿Me ___ agua? (serveren)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___, por favor.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cuenta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Voy ___ comer un taco.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___, un flan. (na)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postre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bestelzinnen: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va a tomar? · Para mí… · ¿Me pone…? · La cuenta, por favor · Voy a comer…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🍽️ Tarea final · La carta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de carta van je eigen restaurante y representa la escena camarero ↔ cliente.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nombre y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mexicano, español…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carta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primeros · segundos · postres · bebidas + precios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diálogo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saludar → pedir → ¡que aproveche! → la cuenta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Representa la escena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pareja (of neem audio op)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Recomienda un plato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«Le recomiendo…» según los gustos del cliente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secties + precios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cortesía (para mí/¿me pone?)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voy a pedir + la cuenta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representar la escena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(het restaurant) · ontvanger de cliente · doel een menu aanbieden &amp; een pedido opnemen · situatie un restaurante en CDMX · resultaat: carta + gespeelde dialoog.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fruta (veel)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mucha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tomates (veel)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muchos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ir, yo → futuro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voy 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ir, nosotros → futuro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vamos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bestellen: «para ___»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¿Me ___ agua? (serveren)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 cuenta? → ___ traigo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Voy ___ comer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cantidades (concord) · ir a + infinitivo · pedir/cortesía · lo/la/los/las.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(17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Cantidades: mucho/-a/-os/-as (past aan) · un poco de (blijft gelijk) · un kilo/una botella/un paquete 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Futuro próximo: ir (voy, vas, va, vamos, vais, van) + a + infinitivo: «Voy a comer».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Pedir con cortesía: ¿Qué va a tomar? · Para mí… · ¿Me pone…? · La cuenta, por favor. De primero/segundo/postre.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lo/la/los/las: ¿La cuenta? → La traigo. ¿Los tacos? → Los quiero (vóór het werkwoord).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muchA fruta ≠ mucho · voy A comer · pide con cortesía (niet enkel «quiero») · la ñ (piña).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comida/bebida benoemen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cantidades (mucho/un kilo de)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voy a comer (ir a + inf.)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pedir + la cuenta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lo/la/los/las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U5 «¡Ñam!»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cantidades 10' · ir a + inf. 8' · pedir/cortesía 10' · lo/la/los/las 6' · lectura/escucha 8' · cultura 3' · Tarea-briefing 3'.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muchA fruta ≠ mucho (concord) · un poco de blijft gelijk · voy A comer (a niet vergeten) · 2e ww = infinitief · pide con cortesía (para mí/¿me pone?) · lo/la/los/las vóór het ww · la ñ (piña).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hele restaurantscène + eigen carta + recomendar. Zwakker: cantidad-kaart en ir-tabel langer open, cortesía-frames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17 spellen + flip cards + klikbare kaart + recorder (Hablar) + Lectura (dos cartas)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«La carta» met rúbrica (4 criteria). LPD 3·4·7·8 + 5 (cultura) + 1·2 (receptief: lezen/luisteren).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